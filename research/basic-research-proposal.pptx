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sldIdLst>
    <p:sldId id="261" r:id="rId2"/>
    <p:sldId id="256" r:id="rId3"/>
    <p:sldId id="257" r:id="rId4"/>
    <p:sldId id="258" r:id="rId5"/>
    <p:sldId id="259"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DAFE05-62C6-8289-D2A4-F27358322348}" v="308" dt="2025-09-09T21:12:07.3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93" d="100"/>
          <a:sy n="93" d="100"/>
        </p:scale>
        <p:origin x="77" y="1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RGE R" userId="beadfa9f853b5b7e" providerId="Windows Live" clId="Web-{8DDAFE05-62C6-8289-D2A4-F27358322348}"/>
    <pc:docChg chg="addSld modSld sldOrd addMainMaster delMainMaster">
      <pc:chgData name="JORGE R" userId="beadfa9f853b5b7e" providerId="Windows Live" clId="Web-{8DDAFE05-62C6-8289-D2A4-F27358322348}" dt="2025-09-09T21:12:07.360" v="292" actId="20577"/>
      <pc:docMkLst>
        <pc:docMk/>
      </pc:docMkLst>
      <pc:sldChg chg="addSp delSp modSp mod setBg modClrScheme setClrOvrMap chgLayout">
        <pc:chgData name="JORGE R" userId="beadfa9f853b5b7e" providerId="Windows Live" clId="Web-{8DDAFE05-62C6-8289-D2A4-F27358322348}" dt="2025-09-09T20:57:09.352" v="247" actId="20577"/>
        <pc:sldMkLst>
          <pc:docMk/>
          <pc:sldMk cId="109857222" sldId="256"/>
        </pc:sldMkLst>
        <pc:spChg chg="mod">
          <ac:chgData name="JORGE R" userId="beadfa9f853b5b7e" providerId="Windows Live" clId="Web-{8DDAFE05-62C6-8289-D2A4-F27358322348}" dt="2025-09-09T14:52:56.384" v="39" actId="20577"/>
          <ac:spMkLst>
            <pc:docMk/>
            <pc:sldMk cId="109857222" sldId="256"/>
            <ac:spMk id="2" creationId="{00000000-0000-0000-0000-000000000000}"/>
          </ac:spMkLst>
        </pc:spChg>
        <pc:spChg chg="mod">
          <ac:chgData name="JORGE R" userId="beadfa9f853b5b7e" providerId="Windows Live" clId="Web-{8DDAFE05-62C6-8289-D2A4-F27358322348}" dt="2025-09-09T20:57:09.352" v="247" actId="20577"/>
          <ac:spMkLst>
            <pc:docMk/>
            <pc:sldMk cId="109857222" sldId="256"/>
            <ac:spMk id="3" creationId="{00000000-0000-0000-0000-000000000000}"/>
          </ac:spMkLst>
        </pc:spChg>
        <pc:spChg chg="add del">
          <ac:chgData name="JORGE R" userId="beadfa9f853b5b7e" providerId="Windows Live" clId="Web-{8DDAFE05-62C6-8289-D2A4-F27358322348}" dt="2025-09-09T14:34:05.145" v="1"/>
          <ac:spMkLst>
            <pc:docMk/>
            <pc:sldMk cId="109857222" sldId="256"/>
            <ac:spMk id="8" creationId="{DEF92653-5D6D-47E6-8744-0DAF76E049C4}"/>
          </ac:spMkLst>
        </pc:spChg>
        <pc:spChg chg="add del">
          <ac:chgData name="JORGE R" userId="beadfa9f853b5b7e" providerId="Windows Live" clId="Web-{8DDAFE05-62C6-8289-D2A4-F27358322348}" dt="2025-09-09T14:34:05.145" v="1"/>
          <ac:spMkLst>
            <pc:docMk/>
            <pc:sldMk cId="109857222" sldId="256"/>
            <ac:spMk id="10" creationId="{AE99FF03-DD5A-4DE5-9633-AA461D9BB750}"/>
          </ac:spMkLst>
        </pc:spChg>
        <pc:spChg chg="add del">
          <ac:chgData name="JORGE R" userId="beadfa9f853b5b7e" providerId="Windows Live" clId="Web-{8DDAFE05-62C6-8289-D2A4-F27358322348}" dt="2025-09-09T14:34:10.176" v="3"/>
          <ac:spMkLst>
            <pc:docMk/>
            <pc:sldMk cId="109857222" sldId="256"/>
            <ac:spMk id="14" creationId="{E20BB609-EF92-42DB-836C-0699A590B5CF}"/>
          </ac:spMkLst>
        </pc:spChg>
        <pc:spChg chg="add del">
          <ac:chgData name="JORGE R" userId="beadfa9f853b5b7e" providerId="Windows Live" clId="Web-{8DDAFE05-62C6-8289-D2A4-F27358322348}" dt="2025-09-09T14:34:10.176" v="3"/>
          <ac:spMkLst>
            <pc:docMk/>
            <pc:sldMk cId="109857222" sldId="256"/>
            <ac:spMk id="15" creationId="{B2C335F7-F61C-4EB4-80F2-4B1438FE66BB}"/>
          </ac:spMkLst>
        </pc:spChg>
        <pc:spChg chg="add del">
          <ac:chgData name="JORGE R" userId="beadfa9f853b5b7e" providerId="Windows Live" clId="Web-{8DDAFE05-62C6-8289-D2A4-F27358322348}" dt="2025-09-09T14:34:19.192" v="5"/>
          <ac:spMkLst>
            <pc:docMk/>
            <pc:sldMk cId="109857222" sldId="256"/>
            <ac:spMk id="17" creationId="{7437811B-5B77-452A-80A1-242C2608248E}"/>
          </ac:spMkLst>
        </pc:spChg>
        <pc:spChg chg="add del">
          <ac:chgData name="JORGE R" userId="beadfa9f853b5b7e" providerId="Windows Live" clId="Web-{8DDAFE05-62C6-8289-D2A4-F27358322348}" dt="2025-09-09T14:34:19.192" v="5"/>
          <ac:spMkLst>
            <pc:docMk/>
            <pc:sldMk cId="109857222" sldId="256"/>
            <ac:spMk id="18" creationId="{D3737B58-B046-43E0-A2E1-653B8960C7D3}"/>
          </ac:spMkLst>
        </pc:spChg>
        <pc:spChg chg="add del">
          <ac:chgData name="JORGE R" userId="beadfa9f853b5b7e" providerId="Windows Live" clId="Web-{8DDAFE05-62C6-8289-D2A4-F27358322348}" dt="2025-09-09T14:34:30.239" v="7"/>
          <ac:spMkLst>
            <pc:docMk/>
            <pc:sldMk cId="109857222" sldId="256"/>
            <ac:spMk id="20" creationId="{76C2F857-5AB8-615A-1350-5EAF0D726639}"/>
          </ac:spMkLst>
        </pc:spChg>
        <pc:spChg chg="add del">
          <ac:chgData name="JORGE R" userId="beadfa9f853b5b7e" providerId="Windows Live" clId="Web-{8DDAFE05-62C6-8289-D2A4-F27358322348}" dt="2025-09-09T14:34:30.239" v="7"/>
          <ac:spMkLst>
            <pc:docMk/>
            <pc:sldMk cId="109857222" sldId="256"/>
            <ac:spMk id="21" creationId="{9694448E-BF42-15A8-BEE4-C15BAE1DD4A0}"/>
          </ac:spMkLst>
        </pc:spChg>
        <pc:spChg chg="add del">
          <ac:chgData name="JORGE R" userId="beadfa9f853b5b7e" providerId="Windows Live" clId="Web-{8DDAFE05-62C6-8289-D2A4-F27358322348}" dt="2025-09-09T14:34:30.239" v="7"/>
          <ac:spMkLst>
            <pc:docMk/>
            <pc:sldMk cId="109857222" sldId="256"/>
            <ac:spMk id="22" creationId="{383A1451-0198-70EC-23FC-FD618A74C27A}"/>
          </ac:spMkLst>
        </pc:spChg>
        <pc:spChg chg="add del">
          <ac:chgData name="JORGE R" userId="beadfa9f853b5b7e" providerId="Windows Live" clId="Web-{8DDAFE05-62C6-8289-D2A4-F27358322348}" dt="2025-09-09T14:34:30.239" v="7"/>
          <ac:spMkLst>
            <pc:docMk/>
            <pc:sldMk cId="109857222" sldId="256"/>
            <ac:spMk id="23" creationId="{EA34F140-C432-A78F-A450-1EF26C7A5E90}"/>
          </ac:spMkLst>
        </pc:spChg>
        <pc:spChg chg="add del">
          <ac:chgData name="JORGE R" userId="beadfa9f853b5b7e" providerId="Windows Live" clId="Web-{8DDAFE05-62C6-8289-D2A4-F27358322348}" dt="2025-09-09T14:34:45.177" v="9"/>
          <ac:spMkLst>
            <pc:docMk/>
            <pc:sldMk cId="109857222" sldId="256"/>
            <ac:spMk id="25" creationId="{DEF92653-5D6D-47E6-8744-0DAF76E049C4}"/>
          </ac:spMkLst>
        </pc:spChg>
        <pc:spChg chg="add del">
          <ac:chgData name="JORGE R" userId="beadfa9f853b5b7e" providerId="Windows Live" clId="Web-{8DDAFE05-62C6-8289-D2A4-F27358322348}" dt="2025-09-09T14:34:45.177" v="9"/>
          <ac:spMkLst>
            <pc:docMk/>
            <pc:sldMk cId="109857222" sldId="256"/>
            <ac:spMk id="26" creationId="{AE99FF03-DD5A-4DE5-9633-AA461D9BB750}"/>
          </ac:spMkLst>
        </pc:spChg>
        <pc:spChg chg="add del">
          <ac:chgData name="JORGE R" userId="beadfa9f853b5b7e" providerId="Windows Live" clId="Web-{8DDAFE05-62C6-8289-D2A4-F27358322348}" dt="2025-09-09T14:35:01.302" v="11"/>
          <ac:spMkLst>
            <pc:docMk/>
            <pc:sldMk cId="109857222" sldId="256"/>
            <ac:spMk id="29" creationId="{AD4D02DC-86D0-86A9-4404-26B11AF64DC2}"/>
          </ac:spMkLst>
        </pc:spChg>
        <pc:spChg chg="add del">
          <ac:chgData name="JORGE R" userId="beadfa9f853b5b7e" providerId="Windows Live" clId="Web-{8DDAFE05-62C6-8289-D2A4-F27358322348}" dt="2025-09-09T14:35:17.865" v="13"/>
          <ac:spMkLst>
            <pc:docMk/>
            <pc:sldMk cId="109857222" sldId="256"/>
            <ac:spMk id="39" creationId="{AD294E7E-62D8-48F8-A01E-1A457B5CA04C}"/>
          </ac:spMkLst>
        </pc:spChg>
        <pc:spChg chg="add del">
          <ac:chgData name="JORGE R" userId="beadfa9f853b5b7e" providerId="Windows Live" clId="Web-{8DDAFE05-62C6-8289-D2A4-F27358322348}" dt="2025-09-09T14:35:17.865" v="13"/>
          <ac:spMkLst>
            <pc:docMk/>
            <pc:sldMk cId="109857222" sldId="256"/>
            <ac:spMk id="51" creationId="{FBCADCC9-9C0D-4CE3-8966-44472EFCF348}"/>
          </ac:spMkLst>
        </pc:spChg>
        <pc:spChg chg="add del">
          <ac:chgData name="JORGE R" userId="beadfa9f853b5b7e" providerId="Windows Live" clId="Web-{8DDAFE05-62C6-8289-D2A4-F27358322348}" dt="2025-09-09T14:35:23.037" v="15"/>
          <ac:spMkLst>
            <pc:docMk/>
            <pc:sldMk cId="109857222" sldId="256"/>
            <ac:spMk id="69" creationId="{269544AB-4770-4210-ABAD-B88756DB13DF}"/>
          </ac:spMkLst>
        </pc:spChg>
        <pc:spChg chg="add del">
          <ac:chgData name="JORGE R" userId="beadfa9f853b5b7e" providerId="Windows Live" clId="Web-{8DDAFE05-62C6-8289-D2A4-F27358322348}" dt="2025-09-09T14:35:23.037" v="15"/>
          <ac:spMkLst>
            <pc:docMk/>
            <pc:sldMk cId="109857222" sldId="256"/>
            <ac:spMk id="70" creationId="{AF448D61-FD92-4997-B065-20433412424A}"/>
          </ac:spMkLst>
        </pc:spChg>
        <pc:spChg chg="add del">
          <ac:chgData name="JORGE R" userId="beadfa9f853b5b7e" providerId="Windows Live" clId="Web-{8DDAFE05-62C6-8289-D2A4-F27358322348}" dt="2025-09-09T14:35:23.037" v="15"/>
          <ac:spMkLst>
            <pc:docMk/>
            <pc:sldMk cId="109857222" sldId="256"/>
            <ac:spMk id="71" creationId="{2555A4C0-F746-4932-ABD3-024F4B231E4E}"/>
          </ac:spMkLst>
        </pc:spChg>
        <pc:spChg chg="add del">
          <ac:chgData name="JORGE R" userId="beadfa9f853b5b7e" providerId="Windows Live" clId="Web-{8DDAFE05-62C6-8289-D2A4-F27358322348}" dt="2025-09-09T14:35:25.896" v="17"/>
          <ac:spMkLst>
            <pc:docMk/>
            <pc:sldMk cId="109857222" sldId="256"/>
            <ac:spMk id="74" creationId="{6DA65B90-7B06-4499-91BA-CDDD36132481}"/>
          </ac:spMkLst>
        </pc:spChg>
        <pc:spChg chg="add del">
          <ac:chgData name="JORGE R" userId="beadfa9f853b5b7e" providerId="Windows Live" clId="Web-{8DDAFE05-62C6-8289-D2A4-F27358322348}" dt="2025-09-09T14:35:25.896" v="17"/>
          <ac:spMkLst>
            <pc:docMk/>
            <pc:sldMk cId="109857222" sldId="256"/>
            <ac:spMk id="75" creationId="{9502469D-C562-48E3-ABA2-3CFA55C52684}"/>
          </ac:spMkLst>
        </pc:spChg>
        <pc:spChg chg="add">
          <ac:chgData name="JORGE R" userId="beadfa9f853b5b7e" providerId="Windows Live" clId="Web-{8DDAFE05-62C6-8289-D2A4-F27358322348}" dt="2025-09-09T14:35:25.943" v="18"/>
          <ac:spMkLst>
            <pc:docMk/>
            <pc:sldMk cId="109857222" sldId="256"/>
            <ac:spMk id="79" creationId="{269544AB-4770-4210-ABAD-B88756DB13DF}"/>
          </ac:spMkLst>
        </pc:spChg>
        <pc:spChg chg="add">
          <ac:chgData name="JORGE R" userId="beadfa9f853b5b7e" providerId="Windows Live" clId="Web-{8DDAFE05-62C6-8289-D2A4-F27358322348}" dt="2025-09-09T14:35:25.943" v="18"/>
          <ac:spMkLst>
            <pc:docMk/>
            <pc:sldMk cId="109857222" sldId="256"/>
            <ac:spMk id="80" creationId="{AF448D61-FD92-4997-B065-20433412424A}"/>
          </ac:spMkLst>
        </pc:spChg>
        <pc:spChg chg="add">
          <ac:chgData name="JORGE R" userId="beadfa9f853b5b7e" providerId="Windows Live" clId="Web-{8DDAFE05-62C6-8289-D2A4-F27358322348}" dt="2025-09-09T14:35:25.943" v="18"/>
          <ac:spMkLst>
            <pc:docMk/>
            <pc:sldMk cId="109857222" sldId="256"/>
            <ac:spMk id="81" creationId="{2555A4C0-F746-4932-ABD3-024F4B231E4E}"/>
          </ac:spMkLst>
        </pc:spChg>
        <pc:grpChg chg="add del">
          <ac:chgData name="JORGE R" userId="beadfa9f853b5b7e" providerId="Windows Live" clId="Web-{8DDAFE05-62C6-8289-D2A4-F27358322348}" dt="2025-09-09T14:35:17.865" v="13"/>
          <ac:grpSpMkLst>
            <pc:docMk/>
            <pc:sldMk cId="109857222" sldId="256"/>
            <ac:grpSpMk id="40" creationId="{A123D6C4-ECAE-4A6A-BBF9-0DE14764FB79}"/>
          </ac:grpSpMkLst>
        </pc:grpChg>
        <pc:grpChg chg="add del">
          <ac:chgData name="JORGE R" userId="beadfa9f853b5b7e" providerId="Windows Live" clId="Web-{8DDAFE05-62C6-8289-D2A4-F27358322348}" dt="2025-09-09T14:35:17.865" v="13"/>
          <ac:grpSpMkLst>
            <pc:docMk/>
            <pc:sldMk cId="109857222" sldId="256"/>
            <ac:grpSpMk id="52" creationId="{94D09F36-C387-49FA-9BEA-D0427CE84C57}"/>
          </ac:grpSpMkLst>
        </pc:grpChg>
        <pc:grpChg chg="add del">
          <ac:chgData name="JORGE R" userId="beadfa9f853b5b7e" providerId="Windows Live" clId="Web-{8DDAFE05-62C6-8289-D2A4-F27358322348}" dt="2025-09-09T14:35:17.865" v="13"/>
          <ac:grpSpMkLst>
            <pc:docMk/>
            <pc:sldMk cId="109857222" sldId="256"/>
            <ac:grpSpMk id="55" creationId="{14DEC4C2-FF1C-4A02-81A7-BCB49462530D}"/>
          </ac:grpSpMkLst>
        </pc:grpChg>
        <pc:cxnChg chg="add del">
          <ac:chgData name="JORGE R" userId="beadfa9f853b5b7e" providerId="Windows Live" clId="Web-{8DDAFE05-62C6-8289-D2A4-F27358322348}" dt="2025-09-09T14:34:05.145" v="1"/>
          <ac:cxnSpMkLst>
            <pc:docMk/>
            <pc:sldMk cId="109857222" sldId="256"/>
            <ac:cxnSpMk id="12" creationId="{9CA98CE3-81A7-4FFE-A047-9AA65998D877}"/>
          </ac:cxnSpMkLst>
        </pc:cxnChg>
        <pc:cxnChg chg="add del">
          <ac:chgData name="JORGE R" userId="beadfa9f853b5b7e" providerId="Windows Live" clId="Web-{8DDAFE05-62C6-8289-D2A4-F27358322348}" dt="2025-09-09T14:35:25.896" v="17"/>
          <ac:cxnSpMkLst>
            <pc:docMk/>
            <pc:sldMk cId="109857222" sldId="256"/>
            <ac:cxnSpMk id="16" creationId="{6D4C177C-581F-4CC8-A686-0B6D25DC6A70}"/>
          </ac:cxnSpMkLst>
        </pc:cxnChg>
        <pc:cxnChg chg="add del">
          <ac:chgData name="JORGE R" userId="beadfa9f853b5b7e" providerId="Windows Live" clId="Web-{8DDAFE05-62C6-8289-D2A4-F27358322348}" dt="2025-09-09T14:34:45.177" v="9"/>
          <ac:cxnSpMkLst>
            <pc:docMk/>
            <pc:sldMk cId="109857222" sldId="256"/>
            <ac:cxnSpMk id="27" creationId="{9CA98CE3-81A7-4FFE-A047-9AA65998D877}"/>
          </ac:cxnSpMkLst>
        </pc:cxnChg>
        <pc:cxnChg chg="add del">
          <ac:chgData name="JORGE R" userId="beadfa9f853b5b7e" providerId="Windows Live" clId="Web-{8DDAFE05-62C6-8289-D2A4-F27358322348}" dt="2025-09-09T14:35:23.037" v="15"/>
          <ac:cxnSpMkLst>
            <pc:docMk/>
            <pc:sldMk cId="109857222" sldId="256"/>
            <ac:cxnSpMk id="72" creationId="{E651A8F8-7445-4C49-926D-816D687651DC}"/>
          </ac:cxnSpMkLst>
        </pc:cxnChg>
        <pc:cxnChg chg="add del">
          <ac:chgData name="JORGE R" userId="beadfa9f853b5b7e" providerId="Windows Live" clId="Web-{8DDAFE05-62C6-8289-D2A4-F27358322348}" dt="2025-09-09T14:35:25.896" v="17"/>
          <ac:cxnSpMkLst>
            <pc:docMk/>
            <pc:sldMk cId="109857222" sldId="256"/>
            <ac:cxnSpMk id="76" creationId="{4D594499-F983-4364-8ABC-5BCDC2E906BF}"/>
          </ac:cxnSpMkLst>
        </pc:cxnChg>
        <pc:cxnChg chg="add del">
          <ac:chgData name="JORGE R" userId="beadfa9f853b5b7e" providerId="Windows Live" clId="Web-{8DDAFE05-62C6-8289-D2A4-F27358322348}" dt="2025-09-09T14:35:25.896" v="17"/>
          <ac:cxnSpMkLst>
            <pc:docMk/>
            <pc:sldMk cId="109857222" sldId="256"/>
            <ac:cxnSpMk id="77" creationId="{C41DFB87-3E6A-4B64-8C3C-6739197E848C}"/>
          </ac:cxnSpMkLst>
        </pc:cxnChg>
        <pc:cxnChg chg="add">
          <ac:chgData name="JORGE R" userId="beadfa9f853b5b7e" providerId="Windows Live" clId="Web-{8DDAFE05-62C6-8289-D2A4-F27358322348}" dt="2025-09-09T14:35:25.943" v="18"/>
          <ac:cxnSpMkLst>
            <pc:docMk/>
            <pc:sldMk cId="109857222" sldId="256"/>
            <ac:cxnSpMk id="82" creationId="{E651A8F8-7445-4C49-926D-816D687651DC}"/>
          </ac:cxnSpMkLst>
        </pc:cxnChg>
      </pc:sldChg>
      <pc:sldChg chg="addSp delSp modSp new">
        <pc:chgData name="JORGE R" userId="beadfa9f853b5b7e" providerId="Windows Live" clId="Web-{8DDAFE05-62C6-8289-D2A4-F27358322348}" dt="2025-09-09T21:01:20.932" v="269" actId="20577"/>
        <pc:sldMkLst>
          <pc:docMk/>
          <pc:sldMk cId="543052556" sldId="257"/>
        </pc:sldMkLst>
        <pc:spChg chg="del mod">
          <ac:chgData name="JORGE R" userId="beadfa9f853b5b7e" providerId="Windows Live" clId="Web-{8DDAFE05-62C6-8289-D2A4-F27358322348}" dt="2025-09-09T15:02:09.987" v="76"/>
          <ac:spMkLst>
            <pc:docMk/>
            <pc:sldMk cId="543052556" sldId="257"/>
            <ac:spMk id="2" creationId="{E9089090-289A-CA01-E38B-DC0284B3CC3D}"/>
          </ac:spMkLst>
        </pc:spChg>
        <pc:spChg chg="mod">
          <ac:chgData name="JORGE R" userId="beadfa9f853b5b7e" providerId="Windows Live" clId="Web-{8DDAFE05-62C6-8289-D2A4-F27358322348}" dt="2025-09-09T20:57:23.555" v="250" actId="20577"/>
          <ac:spMkLst>
            <pc:docMk/>
            <pc:sldMk cId="543052556" sldId="257"/>
            <ac:spMk id="3" creationId="{B3AD683C-CDAD-71C4-B9FF-10B6D3B6842A}"/>
          </ac:spMkLst>
        </pc:spChg>
        <pc:spChg chg="add del mod">
          <ac:chgData name="JORGE R" userId="beadfa9f853b5b7e" providerId="Windows Live" clId="Web-{8DDAFE05-62C6-8289-D2A4-F27358322348}" dt="2025-09-09T15:02:41.050" v="89"/>
          <ac:spMkLst>
            <pc:docMk/>
            <pc:sldMk cId="543052556" sldId="257"/>
            <ac:spMk id="5" creationId="{BDCF089A-DF17-4026-2EE2-E5577A1ED77C}"/>
          </ac:spMkLst>
        </pc:spChg>
        <pc:spChg chg="add del">
          <ac:chgData name="JORGE R" userId="beadfa9f853b5b7e" providerId="Windows Live" clId="Web-{8DDAFE05-62C6-8289-D2A4-F27358322348}" dt="2025-09-09T15:02:14.269" v="78"/>
          <ac:spMkLst>
            <pc:docMk/>
            <pc:sldMk cId="543052556" sldId="257"/>
            <ac:spMk id="6" creationId="{D340D971-6276-8134-0AB0-3E36E4F03FF9}"/>
          </ac:spMkLst>
        </pc:spChg>
        <pc:spChg chg="add del mod">
          <ac:chgData name="JORGE R" userId="beadfa9f853b5b7e" providerId="Windows Live" clId="Web-{8DDAFE05-62C6-8289-D2A4-F27358322348}" dt="2025-09-09T15:02:50.660" v="92"/>
          <ac:spMkLst>
            <pc:docMk/>
            <pc:sldMk cId="543052556" sldId="257"/>
            <ac:spMk id="7" creationId="{DC8D58C1-2889-2E06-E0AA-8DAEF0E49631}"/>
          </ac:spMkLst>
        </pc:spChg>
        <pc:spChg chg="add mod">
          <ac:chgData name="JORGE R" userId="beadfa9f853b5b7e" providerId="Windows Live" clId="Web-{8DDAFE05-62C6-8289-D2A4-F27358322348}" dt="2025-09-09T21:01:20.932" v="269" actId="20577"/>
          <ac:spMkLst>
            <pc:docMk/>
            <pc:sldMk cId="543052556" sldId="257"/>
            <ac:spMk id="8" creationId="{74C74DDF-5FCE-7822-1A18-C8E8D2B7BF36}"/>
          </ac:spMkLst>
        </pc:spChg>
      </pc:sldChg>
      <pc:sldChg chg="addSp delSp modSp new ord">
        <pc:chgData name="JORGE R" userId="beadfa9f853b5b7e" providerId="Windows Live" clId="Web-{8DDAFE05-62C6-8289-D2A4-F27358322348}" dt="2025-09-09T21:01:40.792" v="272"/>
        <pc:sldMkLst>
          <pc:docMk/>
          <pc:sldMk cId="485189333" sldId="258"/>
        </pc:sldMkLst>
        <pc:spChg chg="del">
          <ac:chgData name="JORGE R" userId="beadfa9f853b5b7e" providerId="Windows Live" clId="Web-{8DDAFE05-62C6-8289-D2A4-F27358322348}" dt="2025-09-09T18:04:52.306" v="115"/>
          <ac:spMkLst>
            <pc:docMk/>
            <pc:sldMk cId="485189333" sldId="258"/>
            <ac:spMk id="2" creationId="{AA0DC731-6DBF-90E3-A849-683819C91A05}"/>
          </ac:spMkLst>
        </pc:spChg>
        <pc:spChg chg="mod">
          <ac:chgData name="JORGE R" userId="beadfa9f853b5b7e" providerId="Windows Live" clId="Web-{8DDAFE05-62C6-8289-D2A4-F27358322348}" dt="2025-09-09T20:57:31.586" v="253" actId="20577"/>
          <ac:spMkLst>
            <pc:docMk/>
            <pc:sldMk cId="485189333" sldId="258"/>
            <ac:spMk id="3" creationId="{0AB1921F-ACE5-A746-58FC-ED915CA3BB39}"/>
          </ac:spMkLst>
        </pc:spChg>
        <pc:spChg chg="add mod">
          <ac:chgData name="JORGE R" userId="beadfa9f853b5b7e" providerId="Windows Live" clId="Web-{8DDAFE05-62C6-8289-D2A4-F27358322348}" dt="2025-09-09T21:01:17.525" v="268" actId="20577"/>
          <ac:spMkLst>
            <pc:docMk/>
            <pc:sldMk cId="485189333" sldId="258"/>
            <ac:spMk id="5" creationId="{507F1B84-BD0A-9A52-BC2C-DFA9C7A590DD}"/>
          </ac:spMkLst>
        </pc:spChg>
        <pc:spChg chg="add del">
          <ac:chgData name="JORGE R" userId="beadfa9f853b5b7e" providerId="Windows Live" clId="Web-{8DDAFE05-62C6-8289-D2A4-F27358322348}" dt="2025-09-09T18:05:34.838" v="126"/>
          <ac:spMkLst>
            <pc:docMk/>
            <pc:sldMk cId="485189333" sldId="258"/>
            <ac:spMk id="7" creationId="{5A2564E0-64F4-BA2F-6DBA-961446117509}"/>
          </ac:spMkLst>
        </pc:spChg>
      </pc:sldChg>
      <pc:sldChg chg="delSp modSp new ord">
        <pc:chgData name="JORGE R" userId="beadfa9f853b5b7e" providerId="Windows Live" clId="Web-{8DDAFE05-62C6-8289-D2A4-F27358322348}" dt="2025-09-09T21:01:45.526" v="273"/>
        <pc:sldMkLst>
          <pc:docMk/>
          <pc:sldMk cId="3804756922" sldId="259"/>
        </pc:sldMkLst>
        <pc:spChg chg="del">
          <ac:chgData name="JORGE R" userId="beadfa9f853b5b7e" providerId="Windows Live" clId="Web-{8DDAFE05-62C6-8289-D2A4-F27358322348}" dt="2025-09-09T20:54:40.491" v="232"/>
          <ac:spMkLst>
            <pc:docMk/>
            <pc:sldMk cId="3804756922" sldId="259"/>
            <ac:spMk id="2" creationId="{30B0530C-2004-0569-2BB5-10ED77199F08}"/>
          </ac:spMkLst>
        </pc:spChg>
        <pc:spChg chg="mod">
          <ac:chgData name="JORGE R" userId="beadfa9f853b5b7e" providerId="Windows Live" clId="Web-{8DDAFE05-62C6-8289-D2A4-F27358322348}" dt="2025-09-09T21:01:14.619" v="267" actId="20577"/>
          <ac:spMkLst>
            <pc:docMk/>
            <pc:sldMk cId="3804756922" sldId="259"/>
            <ac:spMk id="3" creationId="{1280F969-D0E0-0F9B-4418-096BDA44A06E}"/>
          </ac:spMkLst>
        </pc:spChg>
      </pc:sldChg>
      <pc:sldChg chg="addSp delSp modSp new">
        <pc:chgData name="JORGE R" userId="beadfa9f853b5b7e" providerId="Windows Live" clId="Web-{8DDAFE05-62C6-8289-D2A4-F27358322348}" dt="2025-09-09T21:12:07.360" v="292" actId="20577"/>
        <pc:sldMkLst>
          <pc:docMk/>
          <pc:sldMk cId="3656772973" sldId="260"/>
        </pc:sldMkLst>
        <pc:spChg chg="del">
          <ac:chgData name="JORGE R" userId="beadfa9f853b5b7e" providerId="Windows Live" clId="Web-{8DDAFE05-62C6-8289-D2A4-F27358322348}" dt="2025-09-09T21:01:33.589" v="271"/>
          <ac:spMkLst>
            <pc:docMk/>
            <pc:sldMk cId="3656772973" sldId="260"/>
            <ac:spMk id="2" creationId="{A0E56B4E-7907-0A29-81F7-5F9EA057AB8F}"/>
          </ac:spMkLst>
        </pc:spChg>
        <pc:spChg chg="mod">
          <ac:chgData name="JORGE R" userId="beadfa9f853b5b7e" providerId="Windows Live" clId="Web-{8DDAFE05-62C6-8289-D2A4-F27358322348}" dt="2025-09-09T21:12:07.360" v="292" actId="20577"/>
          <ac:spMkLst>
            <pc:docMk/>
            <pc:sldMk cId="3656772973" sldId="260"/>
            <ac:spMk id="3" creationId="{BD04C2A9-BCB3-5B30-6193-08C3D73437AC}"/>
          </ac:spMkLst>
        </pc:spChg>
        <pc:spChg chg="add mod">
          <ac:chgData name="JORGE R" userId="beadfa9f853b5b7e" providerId="Windows Live" clId="Web-{8DDAFE05-62C6-8289-D2A4-F27358322348}" dt="2025-09-09T21:02:01.933" v="275" actId="20577"/>
          <ac:spMkLst>
            <pc:docMk/>
            <pc:sldMk cId="3656772973" sldId="260"/>
            <ac:spMk id="5" creationId="{10E10DAE-1432-3266-6EF5-AB7DAF385167}"/>
          </ac:spMkLst>
        </pc:spChg>
      </pc:sldChg>
      <pc:sldMasterChg chg="add del addSldLayout delSldLayout">
        <pc:chgData name="JORGE R" userId="beadfa9f853b5b7e" providerId="Windows Live" clId="Web-{8DDAFE05-62C6-8289-D2A4-F27358322348}" dt="2025-09-09T14:35:25.943" v="18"/>
        <pc:sldMasterMkLst>
          <pc:docMk/>
          <pc:sldMasterMk cId="2460954070" sldId="2147483660"/>
        </pc:sldMasterMkLst>
        <pc:sldLayoutChg chg="add del">
          <pc:chgData name="JORGE R" userId="beadfa9f853b5b7e" providerId="Windows Live" clId="Web-{8DDAFE05-62C6-8289-D2A4-F27358322348}" dt="2025-09-09T14:35:25.943" v="18"/>
          <pc:sldLayoutMkLst>
            <pc:docMk/>
            <pc:sldMasterMk cId="2460954070" sldId="2147483660"/>
            <pc:sldLayoutMk cId="2385387890" sldId="2147483661"/>
          </pc:sldLayoutMkLst>
        </pc:sldLayoutChg>
        <pc:sldLayoutChg chg="add del">
          <pc:chgData name="JORGE R" userId="beadfa9f853b5b7e" providerId="Windows Live" clId="Web-{8DDAFE05-62C6-8289-D2A4-F27358322348}" dt="2025-09-09T14:35:25.943" v="18"/>
          <pc:sldLayoutMkLst>
            <pc:docMk/>
            <pc:sldMasterMk cId="2460954070" sldId="2147483660"/>
            <pc:sldLayoutMk cId="949138452" sldId="2147483662"/>
          </pc:sldLayoutMkLst>
        </pc:sldLayoutChg>
        <pc:sldLayoutChg chg="add del">
          <pc:chgData name="JORGE R" userId="beadfa9f853b5b7e" providerId="Windows Live" clId="Web-{8DDAFE05-62C6-8289-D2A4-F27358322348}" dt="2025-09-09T14:35:25.943" v="18"/>
          <pc:sldLayoutMkLst>
            <pc:docMk/>
            <pc:sldMasterMk cId="2460954070" sldId="2147483660"/>
            <pc:sldLayoutMk cId="2591524520" sldId="2147483663"/>
          </pc:sldLayoutMkLst>
        </pc:sldLayoutChg>
        <pc:sldLayoutChg chg="add del">
          <pc:chgData name="JORGE R" userId="beadfa9f853b5b7e" providerId="Windows Live" clId="Web-{8DDAFE05-62C6-8289-D2A4-F27358322348}" dt="2025-09-09T14:35:25.943" v="18"/>
          <pc:sldLayoutMkLst>
            <pc:docMk/>
            <pc:sldMasterMk cId="2460954070" sldId="2147483660"/>
            <pc:sldLayoutMk cId="1203092039" sldId="2147483664"/>
          </pc:sldLayoutMkLst>
        </pc:sldLayoutChg>
        <pc:sldLayoutChg chg="add del">
          <pc:chgData name="JORGE R" userId="beadfa9f853b5b7e" providerId="Windows Live" clId="Web-{8DDAFE05-62C6-8289-D2A4-F27358322348}" dt="2025-09-09T14:35:25.943" v="18"/>
          <pc:sldLayoutMkLst>
            <pc:docMk/>
            <pc:sldMasterMk cId="2460954070" sldId="2147483660"/>
            <pc:sldLayoutMk cId="3733172339" sldId="2147483665"/>
          </pc:sldLayoutMkLst>
        </pc:sldLayoutChg>
        <pc:sldLayoutChg chg="add del">
          <pc:chgData name="JORGE R" userId="beadfa9f853b5b7e" providerId="Windows Live" clId="Web-{8DDAFE05-62C6-8289-D2A4-F27358322348}" dt="2025-09-09T14:35:25.943" v="18"/>
          <pc:sldLayoutMkLst>
            <pc:docMk/>
            <pc:sldMasterMk cId="2460954070" sldId="2147483660"/>
            <pc:sldLayoutMk cId="3210312558" sldId="2147483666"/>
          </pc:sldLayoutMkLst>
        </pc:sldLayoutChg>
        <pc:sldLayoutChg chg="add del">
          <pc:chgData name="JORGE R" userId="beadfa9f853b5b7e" providerId="Windows Live" clId="Web-{8DDAFE05-62C6-8289-D2A4-F27358322348}" dt="2025-09-09T14:35:25.943" v="18"/>
          <pc:sldLayoutMkLst>
            <pc:docMk/>
            <pc:sldMasterMk cId="2460954070" sldId="2147483660"/>
            <pc:sldLayoutMk cId="3146388984" sldId="2147483667"/>
          </pc:sldLayoutMkLst>
        </pc:sldLayoutChg>
        <pc:sldLayoutChg chg="add del">
          <pc:chgData name="JORGE R" userId="beadfa9f853b5b7e" providerId="Windows Live" clId="Web-{8DDAFE05-62C6-8289-D2A4-F27358322348}" dt="2025-09-09T14:35:25.943" v="18"/>
          <pc:sldLayoutMkLst>
            <pc:docMk/>
            <pc:sldMasterMk cId="2460954070" sldId="2147483660"/>
            <pc:sldLayoutMk cId="3171841454" sldId="2147483668"/>
          </pc:sldLayoutMkLst>
        </pc:sldLayoutChg>
        <pc:sldLayoutChg chg="add del">
          <pc:chgData name="JORGE R" userId="beadfa9f853b5b7e" providerId="Windows Live" clId="Web-{8DDAFE05-62C6-8289-D2A4-F27358322348}" dt="2025-09-09T14:35:25.943" v="18"/>
          <pc:sldLayoutMkLst>
            <pc:docMk/>
            <pc:sldMasterMk cId="2460954070" sldId="2147483660"/>
            <pc:sldLayoutMk cId="1718958274" sldId="2147483669"/>
          </pc:sldLayoutMkLst>
        </pc:sldLayoutChg>
        <pc:sldLayoutChg chg="add del">
          <pc:chgData name="JORGE R" userId="beadfa9f853b5b7e" providerId="Windows Live" clId="Web-{8DDAFE05-62C6-8289-D2A4-F27358322348}" dt="2025-09-09T14:35:25.943" v="18"/>
          <pc:sldLayoutMkLst>
            <pc:docMk/>
            <pc:sldMasterMk cId="2460954070" sldId="2147483660"/>
            <pc:sldLayoutMk cId="2202905451" sldId="2147483670"/>
          </pc:sldLayoutMkLst>
        </pc:sldLayoutChg>
        <pc:sldLayoutChg chg="add del">
          <pc:chgData name="JORGE R" userId="beadfa9f853b5b7e" providerId="Windows Live" clId="Web-{8DDAFE05-62C6-8289-D2A4-F27358322348}" dt="2025-09-09T14:35:25.943" v="18"/>
          <pc:sldLayoutMkLst>
            <pc:docMk/>
            <pc:sldMasterMk cId="2460954070" sldId="2147483660"/>
            <pc:sldLayoutMk cId="3479445657" sldId="2147483671"/>
          </pc:sldLayoutMkLst>
        </pc:sldLayoutChg>
      </pc:sldMasterChg>
      <pc:sldMasterChg chg="add del addSldLayout delSldLayout">
        <pc:chgData name="JORGE R" userId="beadfa9f853b5b7e" providerId="Windows Live" clId="Web-{8DDAFE05-62C6-8289-D2A4-F27358322348}" dt="2025-09-09T14:34:45.177" v="9"/>
        <pc:sldMasterMkLst>
          <pc:docMk/>
          <pc:sldMasterMk cId="726371892" sldId="2147483685"/>
        </pc:sldMasterMkLst>
        <pc:sldLayoutChg chg="add del">
          <pc:chgData name="JORGE R" userId="beadfa9f853b5b7e" providerId="Windows Live" clId="Web-{8DDAFE05-62C6-8289-D2A4-F27358322348}" dt="2025-09-09T14:34:45.177" v="9"/>
          <pc:sldLayoutMkLst>
            <pc:docMk/>
            <pc:sldMasterMk cId="726371892" sldId="2147483685"/>
            <pc:sldLayoutMk cId="3476893924" sldId="2147483674"/>
          </pc:sldLayoutMkLst>
        </pc:sldLayoutChg>
        <pc:sldLayoutChg chg="add del">
          <pc:chgData name="JORGE R" userId="beadfa9f853b5b7e" providerId="Windows Live" clId="Web-{8DDAFE05-62C6-8289-D2A4-F27358322348}" dt="2025-09-09T14:34:45.177" v="9"/>
          <pc:sldLayoutMkLst>
            <pc:docMk/>
            <pc:sldMasterMk cId="726371892" sldId="2147483685"/>
            <pc:sldLayoutMk cId="241183358" sldId="2147483675"/>
          </pc:sldLayoutMkLst>
        </pc:sldLayoutChg>
        <pc:sldLayoutChg chg="add del">
          <pc:chgData name="JORGE R" userId="beadfa9f853b5b7e" providerId="Windows Live" clId="Web-{8DDAFE05-62C6-8289-D2A4-F27358322348}" dt="2025-09-09T14:34:45.177" v="9"/>
          <pc:sldLayoutMkLst>
            <pc:docMk/>
            <pc:sldMasterMk cId="726371892" sldId="2147483685"/>
            <pc:sldLayoutMk cId="2131391320" sldId="2147483676"/>
          </pc:sldLayoutMkLst>
        </pc:sldLayoutChg>
        <pc:sldLayoutChg chg="add del">
          <pc:chgData name="JORGE R" userId="beadfa9f853b5b7e" providerId="Windows Live" clId="Web-{8DDAFE05-62C6-8289-D2A4-F27358322348}" dt="2025-09-09T14:34:45.177" v="9"/>
          <pc:sldLayoutMkLst>
            <pc:docMk/>
            <pc:sldMasterMk cId="726371892" sldId="2147483685"/>
            <pc:sldLayoutMk cId="2729654274" sldId="2147483677"/>
          </pc:sldLayoutMkLst>
        </pc:sldLayoutChg>
        <pc:sldLayoutChg chg="add del">
          <pc:chgData name="JORGE R" userId="beadfa9f853b5b7e" providerId="Windows Live" clId="Web-{8DDAFE05-62C6-8289-D2A4-F27358322348}" dt="2025-09-09T14:34:45.177" v="9"/>
          <pc:sldLayoutMkLst>
            <pc:docMk/>
            <pc:sldMasterMk cId="726371892" sldId="2147483685"/>
            <pc:sldLayoutMk cId="251273379" sldId="2147483678"/>
          </pc:sldLayoutMkLst>
        </pc:sldLayoutChg>
        <pc:sldLayoutChg chg="add del">
          <pc:chgData name="JORGE R" userId="beadfa9f853b5b7e" providerId="Windows Live" clId="Web-{8DDAFE05-62C6-8289-D2A4-F27358322348}" dt="2025-09-09T14:34:45.177" v="9"/>
          <pc:sldLayoutMkLst>
            <pc:docMk/>
            <pc:sldMasterMk cId="726371892" sldId="2147483685"/>
            <pc:sldLayoutMk cId="4082404004" sldId="2147483679"/>
          </pc:sldLayoutMkLst>
        </pc:sldLayoutChg>
        <pc:sldLayoutChg chg="add del">
          <pc:chgData name="JORGE R" userId="beadfa9f853b5b7e" providerId="Windows Live" clId="Web-{8DDAFE05-62C6-8289-D2A4-F27358322348}" dt="2025-09-09T14:34:45.177" v="9"/>
          <pc:sldLayoutMkLst>
            <pc:docMk/>
            <pc:sldMasterMk cId="726371892" sldId="2147483685"/>
            <pc:sldLayoutMk cId="174165770" sldId="2147483680"/>
          </pc:sldLayoutMkLst>
        </pc:sldLayoutChg>
        <pc:sldLayoutChg chg="add del">
          <pc:chgData name="JORGE R" userId="beadfa9f853b5b7e" providerId="Windows Live" clId="Web-{8DDAFE05-62C6-8289-D2A4-F27358322348}" dt="2025-09-09T14:34:45.177" v="9"/>
          <pc:sldLayoutMkLst>
            <pc:docMk/>
            <pc:sldMasterMk cId="726371892" sldId="2147483685"/>
            <pc:sldLayoutMk cId="3282822808" sldId="2147483681"/>
          </pc:sldLayoutMkLst>
        </pc:sldLayoutChg>
        <pc:sldLayoutChg chg="add del">
          <pc:chgData name="JORGE R" userId="beadfa9f853b5b7e" providerId="Windows Live" clId="Web-{8DDAFE05-62C6-8289-D2A4-F27358322348}" dt="2025-09-09T14:34:45.177" v="9"/>
          <pc:sldLayoutMkLst>
            <pc:docMk/>
            <pc:sldMasterMk cId="726371892" sldId="2147483685"/>
            <pc:sldLayoutMk cId="1173204004" sldId="2147483682"/>
          </pc:sldLayoutMkLst>
        </pc:sldLayoutChg>
        <pc:sldLayoutChg chg="add del">
          <pc:chgData name="JORGE R" userId="beadfa9f853b5b7e" providerId="Windows Live" clId="Web-{8DDAFE05-62C6-8289-D2A4-F27358322348}" dt="2025-09-09T14:34:45.177" v="9"/>
          <pc:sldLayoutMkLst>
            <pc:docMk/>
            <pc:sldMasterMk cId="726371892" sldId="2147483685"/>
            <pc:sldLayoutMk cId="1770495478" sldId="2147483683"/>
          </pc:sldLayoutMkLst>
        </pc:sldLayoutChg>
        <pc:sldLayoutChg chg="add del">
          <pc:chgData name="JORGE R" userId="beadfa9f853b5b7e" providerId="Windows Live" clId="Web-{8DDAFE05-62C6-8289-D2A4-F27358322348}" dt="2025-09-09T14:34:45.177" v="9"/>
          <pc:sldLayoutMkLst>
            <pc:docMk/>
            <pc:sldMasterMk cId="726371892" sldId="2147483685"/>
            <pc:sldLayoutMk cId="577615763" sldId="2147483684"/>
          </pc:sldLayoutMkLst>
        </pc:sldLayoutChg>
      </pc:sldMasterChg>
      <pc:sldMasterChg chg="add del addSldLayout delSldLayout">
        <pc:chgData name="JORGE R" userId="beadfa9f853b5b7e" providerId="Windows Live" clId="Web-{8DDAFE05-62C6-8289-D2A4-F27358322348}" dt="2025-09-09T14:35:01.302" v="11"/>
        <pc:sldMasterMkLst>
          <pc:docMk/>
          <pc:sldMasterMk cId="3901014528" sldId="2147483685"/>
        </pc:sldMasterMkLst>
        <pc:sldLayoutChg chg="add del">
          <pc:chgData name="JORGE R" userId="beadfa9f853b5b7e" providerId="Windows Live" clId="Web-{8DDAFE05-62C6-8289-D2A4-F27358322348}" dt="2025-09-09T14:35:01.302" v="11"/>
          <pc:sldLayoutMkLst>
            <pc:docMk/>
            <pc:sldMasterMk cId="3901014528" sldId="2147483685"/>
            <pc:sldLayoutMk cId="1255460652" sldId="2147483674"/>
          </pc:sldLayoutMkLst>
        </pc:sldLayoutChg>
        <pc:sldLayoutChg chg="add del">
          <pc:chgData name="JORGE R" userId="beadfa9f853b5b7e" providerId="Windows Live" clId="Web-{8DDAFE05-62C6-8289-D2A4-F27358322348}" dt="2025-09-09T14:35:01.302" v="11"/>
          <pc:sldLayoutMkLst>
            <pc:docMk/>
            <pc:sldMasterMk cId="3901014528" sldId="2147483685"/>
            <pc:sldLayoutMk cId="179267462" sldId="2147483675"/>
          </pc:sldLayoutMkLst>
        </pc:sldLayoutChg>
        <pc:sldLayoutChg chg="add del">
          <pc:chgData name="JORGE R" userId="beadfa9f853b5b7e" providerId="Windows Live" clId="Web-{8DDAFE05-62C6-8289-D2A4-F27358322348}" dt="2025-09-09T14:35:01.302" v="11"/>
          <pc:sldLayoutMkLst>
            <pc:docMk/>
            <pc:sldMasterMk cId="3901014528" sldId="2147483685"/>
            <pc:sldLayoutMk cId="366064936" sldId="2147483676"/>
          </pc:sldLayoutMkLst>
        </pc:sldLayoutChg>
        <pc:sldLayoutChg chg="add del">
          <pc:chgData name="JORGE R" userId="beadfa9f853b5b7e" providerId="Windows Live" clId="Web-{8DDAFE05-62C6-8289-D2A4-F27358322348}" dt="2025-09-09T14:35:01.302" v="11"/>
          <pc:sldLayoutMkLst>
            <pc:docMk/>
            <pc:sldMasterMk cId="3901014528" sldId="2147483685"/>
            <pc:sldLayoutMk cId="4193155254" sldId="2147483677"/>
          </pc:sldLayoutMkLst>
        </pc:sldLayoutChg>
        <pc:sldLayoutChg chg="add del">
          <pc:chgData name="JORGE R" userId="beadfa9f853b5b7e" providerId="Windows Live" clId="Web-{8DDAFE05-62C6-8289-D2A4-F27358322348}" dt="2025-09-09T14:35:01.302" v="11"/>
          <pc:sldLayoutMkLst>
            <pc:docMk/>
            <pc:sldMasterMk cId="3901014528" sldId="2147483685"/>
            <pc:sldLayoutMk cId="3855487862" sldId="2147483678"/>
          </pc:sldLayoutMkLst>
        </pc:sldLayoutChg>
        <pc:sldLayoutChg chg="add del">
          <pc:chgData name="JORGE R" userId="beadfa9f853b5b7e" providerId="Windows Live" clId="Web-{8DDAFE05-62C6-8289-D2A4-F27358322348}" dt="2025-09-09T14:35:01.302" v="11"/>
          <pc:sldLayoutMkLst>
            <pc:docMk/>
            <pc:sldMasterMk cId="3901014528" sldId="2147483685"/>
            <pc:sldLayoutMk cId="1078497301" sldId="2147483679"/>
          </pc:sldLayoutMkLst>
        </pc:sldLayoutChg>
        <pc:sldLayoutChg chg="add del">
          <pc:chgData name="JORGE R" userId="beadfa9f853b5b7e" providerId="Windows Live" clId="Web-{8DDAFE05-62C6-8289-D2A4-F27358322348}" dt="2025-09-09T14:35:01.302" v="11"/>
          <pc:sldLayoutMkLst>
            <pc:docMk/>
            <pc:sldMasterMk cId="3901014528" sldId="2147483685"/>
            <pc:sldLayoutMk cId="1927394445" sldId="2147483680"/>
          </pc:sldLayoutMkLst>
        </pc:sldLayoutChg>
        <pc:sldLayoutChg chg="add del">
          <pc:chgData name="JORGE R" userId="beadfa9f853b5b7e" providerId="Windows Live" clId="Web-{8DDAFE05-62C6-8289-D2A4-F27358322348}" dt="2025-09-09T14:35:01.302" v="11"/>
          <pc:sldLayoutMkLst>
            <pc:docMk/>
            <pc:sldMasterMk cId="3901014528" sldId="2147483685"/>
            <pc:sldLayoutMk cId="1947394642" sldId="2147483681"/>
          </pc:sldLayoutMkLst>
        </pc:sldLayoutChg>
        <pc:sldLayoutChg chg="add del">
          <pc:chgData name="JORGE R" userId="beadfa9f853b5b7e" providerId="Windows Live" clId="Web-{8DDAFE05-62C6-8289-D2A4-F27358322348}" dt="2025-09-09T14:35:01.302" v="11"/>
          <pc:sldLayoutMkLst>
            <pc:docMk/>
            <pc:sldMasterMk cId="3901014528" sldId="2147483685"/>
            <pc:sldLayoutMk cId="3318581436" sldId="2147483682"/>
          </pc:sldLayoutMkLst>
        </pc:sldLayoutChg>
        <pc:sldLayoutChg chg="add del">
          <pc:chgData name="JORGE R" userId="beadfa9f853b5b7e" providerId="Windows Live" clId="Web-{8DDAFE05-62C6-8289-D2A4-F27358322348}" dt="2025-09-09T14:35:01.302" v="11"/>
          <pc:sldLayoutMkLst>
            <pc:docMk/>
            <pc:sldMasterMk cId="3901014528" sldId="2147483685"/>
            <pc:sldLayoutMk cId="1612426253" sldId="2147483683"/>
          </pc:sldLayoutMkLst>
        </pc:sldLayoutChg>
        <pc:sldLayoutChg chg="add del">
          <pc:chgData name="JORGE R" userId="beadfa9f853b5b7e" providerId="Windows Live" clId="Web-{8DDAFE05-62C6-8289-D2A4-F27358322348}" dt="2025-09-09T14:35:01.302" v="11"/>
          <pc:sldLayoutMkLst>
            <pc:docMk/>
            <pc:sldMasterMk cId="3901014528" sldId="2147483685"/>
            <pc:sldLayoutMk cId="2847701406" sldId="2147483684"/>
          </pc:sldLayoutMkLst>
        </pc:sldLayoutChg>
      </pc:sldMasterChg>
      <pc:sldMasterChg chg="add del addSldLayout delSldLayout">
        <pc:chgData name="JORGE R" userId="beadfa9f853b5b7e" providerId="Windows Live" clId="Web-{8DDAFE05-62C6-8289-D2A4-F27358322348}" dt="2025-09-09T14:34:10.176" v="3"/>
        <pc:sldMasterMkLst>
          <pc:docMk/>
          <pc:sldMasterMk cId="2390299832" sldId="2147483711"/>
        </pc:sldMasterMkLst>
        <pc:sldLayoutChg chg="add del">
          <pc:chgData name="JORGE R" userId="beadfa9f853b5b7e" providerId="Windows Live" clId="Web-{8DDAFE05-62C6-8289-D2A4-F27358322348}" dt="2025-09-09T14:34:10.176" v="3"/>
          <pc:sldLayoutMkLst>
            <pc:docMk/>
            <pc:sldMasterMk cId="2390299832" sldId="2147483711"/>
            <pc:sldLayoutMk cId="2924962401" sldId="2147483700"/>
          </pc:sldLayoutMkLst>
        </pc:sldLayoutChg>
        <pc:sldLayoutChg chg="add del">
          <pc:chgData name="JORGE R" userId="beadfa9f853b5b7e" providerId="Windows Live" clId="Web-{8DDAFE05-62C6-8289-D2A4-F27358322348}" dt="2025-09-09T14:34:10.176" v="3"/>
          <pc:sldLayoutMkLst>
            <pc:docMk/>
            <pc:sldMasterMk cId="2390299832" sldId="2147483711"/>
            <pc:sldLayoutMk cId="424912328" sldId="2147483701"/>
          </pc:sldLayoutMkLst>
        </pc:sldLayoutChg>
        <pc:sldLayoutChg chg="add del">
          <pc:chgData name="JORGE R" userId="beadfa9f853b5b7e" providerId="Windows Live" clId="Web-{8DDAFE05-62C6-8289-D2A4-F27358322348}" dt="2025-09-09T14:34:10.176" v="3"/>
          <pc:sldLayoutMkLst>
            <pc:docMk/>
            <pc:sldMasterMk cId="2390299832" sldId="2147483711"/>
            <pc:sldLayoutMk cId="4075851120" sldId="2147483702"/>
          </pc:sldLayoutMkLst>
        </pc:sldLayoutChg>
        <pc:sldLayoutChg chg="add del">
          <pc:chgData name="JORGE R" userId="beadfa9f853b5b7e" providerId="Windows Live" clId="Web-{8DDAFE05-62C6-8289-D2A4-F27358322348}" dt="2025-09-09T14:34:10.176" v="3"/>
          <pc:sldLayoutMkLst>
            <pc:docMk/>
            <pc:sldMasterMk cId="2390299832" sldId="2147483711"/>
            <pc:sldLayoutMk cId="3371067682" sldId="2147483703"/>
          </pc:sldLayoutMkLst>
        </pc:sldLayoutChg>
        <pc:sldLayoutChg chg="add del">
          <pc:chgData name="JORGE R" userId="beadfa9f853b5b7e" providerId="Windows Live" clId="Web-{8DDAFE05-62C6-8289-D2A4-F27358322348}" dt="2025-09-09T14:34:10.176" v="3"/>
          <pc:sldLayoutMkLst>
            <pc:docMk/>
            <pc:sldMasterMk cId="2390299832" sldId="2147483711"/>
            <pc:sldLayoutMk cId="284631727" sldId="2147483704"/>
          </pc:sldLayoutMkLst>
        </pc:sldLayoutChg>
        <pc:sldLayoutChg chg="add del">
          <pc:chgData name="JORGE R" userId="beadfa9f853b5b7e" providerId="Windows Live" clId="Web-{8DDAFE05-62C6-8289-D2A4-F27358322348}" dt="2025-09-09T14:34:10.176" v="3"/>
          <pc:sldLayoutMkLst>
            <pc:docMk/>
            <pc:sldMasterMk cId="2390299832" sldId="2147483711"/>
            <pc:sldLayoutMk cId="2213529197" sldId="2147483705"/>
          </pc:sldLayoutMkLst>
        </pc:sldLayoutChg>
        <pc:sldLayoutChg chg="add del">
          <pc:chgData name="JORGE R" userId="beadfa9f853b5b7e" providerId="Windows Live" clId="Web-{8DDAFE05-62C6-8289-D2A4-F27358322348}" dt="2025-09-09T14:34:10.176" v="3"/>
          <pc:sldLayoutMkLst>
            <pc:docMk/>
            <pc:sldMasterMk cId="2390299832" sldId="2147483711"/>
            <pc:sldLayoutMk cId="873444555" sldId="2147483706"/>
          </pc:sldLayoutMkLst>
        </pc:sldLayoutChg>
        <pc:sldLayoutChg chg="add del">
          <pc:chgData name="JORGE R" userId="beadfa9f853b5b7e" providerId="Windows Live" clId="Web-{8DDAFE05-62C6-8289-D2A4-F27358322348}" dt="2025-09-09T14:34:10.176" v="3"/>
          <pc:sldLayoutMkLst>
            <pc:docMk/>
            <pc:sldMasterMk cId="2390299832" sldId="2147483711"/>
            <pc:sldLayoutMk cId="3476111290" sldId="2147483707"/>
          </pc:sldLayoutMkLst>
        </pc:sldLayoutChg>
        <pc:sldLayoutChg chg="add del">
          <pc:chgData name="JORGE R" userId="beadfa9f853b5b7e" providerId="Windows Live" clId="Web-{8DDAFE05-62C6-8289-D2A4-F27358322348}" dt="2025-09-09T14:34:10.176" v="3"/>
          <pc:sldLayoutMkLst>
            <pc:docMk/>
            <pc:sldMasterMk cId="2390299832" sldId="2147483711"/>
            <pc:sldLayoutMk cId="3169977792" sldId="2147483708"/>
          </pc:sldLayoutMkLst>
        </pc:sldLayoutChg>
        <pc:sldLayoutChg chg="add del">
          <pc:chgData name="JORGE R" userId="beadfa9f853b5b7e" providerId="Windows Live" clId="Web-{8DDAFE05-62C6-8289-D2A4-F27358322348}" dt="2025-09-09T14:34:10.176" v="3"/>
          <pc:sldLayoutMkLst>
            <pc:docMk/>
            <pc:sldMasterMk cId="2390299832" sldId="2147483711"/>
            <pc:sldLayoutMk cId="2109172899" sldId="2147483709"/>
          </pc:sldLayoutMkLst>
        </pc:sldLayoutChg>
        <pc:sldLayoutChg chg="add del">
          <pc:chgData name="JORGE R" userId="beadfa9f853b5b7e" providerId="Windows Live" clId="Web-{8DDAFE05-62C6-8289-D2A4-F27358322348}" dt="2025-09-09T14:34:10.176" v="3"/>
          <pc:sldLayoutMkLst>
            <pc:docMk/>
            <pc:sldMasterMk cId="2390299832" sldId="2147483711"/>
            <pc:sldLayoutMk cId="2704583828" sldId="2147483710"/>
          </pc:sldLayoutMkLst>
        </pc:sldLayoutChg>
      </pc:sldMasterChg>
      <pc:sldMasterChg chg="add del addSldLayout delSldLayout">
        <pc:chgData name="JORGE R" userId="beadfa9f853b5b7e" providerId="Windows Live" clId="Web-{8DDAFE05-62C6-8289-D2A4-F27358322348}" dt="2025-09-09T14:34:19.192" v="5"/>
        <pc:sldMasterMkLst>
          <pc:docMk/>
          <pc:sldMasterMk cId="1865513139" sldId="2147483737"/>
        </pc:sldMasterMkLst>
        <pc:sldLayoutChg chg="add del">
          <pc:chgData name="JORGE R" userId="beadfa9f853b5b7e" providerId="Windows Live" clId="Web-{8DDAFE05-62C6-8289-D2A4-F27358322348}" dt="2025-09-09T14:34:19.192" v="5"/>
          <pc:sldLayoutMkLst>
            <pc:docMk/>
            <pc:sldMasterMk cId="1865513139" sldId="2147483737"/>
            <pc:sldLayoutMk cId="849812056" sldId="2147483726"/>
          </pc:sldLayoutMkLst>
        </pc:sldLayoutChg>
        <pc:sldLayoutChg chg="add del">
          <pc:chgData name="JORGE R" userId="beadfa9f853b5b7e" providerId="Windows Live" clId="Web-{8DDAFE05-62C6-8289-D2A4-F27358322348}" dt="2025-09-09T14:34:19.192" v="5"/>
          <pc:sldLayoutMkLst>
            <pc:docMk/>
            <pc:sldMasterMk cId="1865513139" sldId="2147483737"/>
            <pc:sldLayoutMk cId="948623387" sldId="2147483727"/>
          </pc:sldLayoutMkLst>
        </pc:sldLayoutChg>
        <pc:sldLayoutChg chg="add del">
          <pc:chgData name="JORGE R" userId="beadfa9f853b5b7e" providerId="Windows Live" clId="Web-{8DDAFE05-62C6-8289-D2A4-F27358322348}" dt="2025-09-09T14:34:19.192" v="5"/>
          <pc:sldLayoutMkLst>
            <pc:docMk/>
            <pc:sldMasterMk cId="1865513139" sldId="2147483737"/>
            <pc:sldLayoutMk cId="3770515352" sldId="2147483728"/>
          </pc:sldLayoutMkLst>
        </pc:sldLayoutChg>
        <pc:sldLayoutChg chg="add del">
          <pc:chgData name="JORGE R" userId="beadfa9f853b5b7e" providerId="Windows Live" clId="Web-{8DDAFE05-62C6-8289-D2A4-F27358322348}" dt="2025-09-09T14:34:19.192" v="5"/>
          <pc:sldLayoutMkLst>
            <pc:docMk/>
            <pc:sldMasterMk cId="1865513139" sldId="2147483737"/>
            <pc:sldLayoutMk cId="703123780" sldId="2147483729"/>
          </pc:sldLayoutMkLst>
        </pc:sldLayoutChg>
        <pc:sldLayoutChg chg="add del">
          <pc:chgData name="JORGE R" userId="beadfa9f853b5b7e" providerId="Windows Live" clId="Web-{8DDAFE05-62C6-8289-D2A4-F27358322348}" dt="2025-09-09T14:34:19.192" v="5"/>
          <pc:sldLayoutMkLst>
            <pc:docMk/>
            <pc:sldMasterMk cId="1865513139" sldId="2147483737"/>
            <pc:sldLayoutMk cId="3584109533" sldId="2147483730"/>
          </pc:sldLayoutMkLst>
        </pc:sldLayoutChg>
        <pc:sldLayoutChg chg="add del">
          <pc:chgData name="JORGE R" userId="beadfa9f853b5b7e" providerId="Windows Live" clId="Web-{8DDAFE05-62C6-8289-D2A4-F27358322348}" dt="2025-09-09T14:34:19.192" v="5"/>
          <pc:sldLayoutMkLst>
            <pc:docMk/>
            <pc:sldMasterMk cId="1865513139" sldId="2147483737"/>
            <pc:sldLayoutMk cId="2506761322" sldId="2147483731"/>
          </pc:sldLayoutMkLst>
        </pc:sldLayoutChg>
        <pc:sldLayoutChg chg="add del">
          <pc:chgData name="JORGE R" userId="beadfa9f853b5b7e" providerId="Windows Live" clId="Web-{8DDAFE05-62C6-8289-D2A4-F27358322348}" dt="2025-09-09T14:34:19.192" v="5"/>
          <pc:sldLayoutMkLst>
            <pc:docMk/>
            <pc:sldMasterMk cId="1865513139" sldId="2147483737"/>
            <pc:sldLayoutMk cId="2799982640" sldId="2147483732"/>
          </pc:sldLayoutMkLst>
        </pc:sldLayoutChg>
        <pc:sldLayoutChg chg="add del">
          <pc:chgData name="JORGE R" userId="beadfa9f853b5b7e" providerId="Windows Live" clId="Web-{8DDAFE05-62C6-8289-D2A4-F27358322348}" dt="2025-09-09T14:34:19.192" v="5"/>
          <pc:sldLayoutMkLst>
            <pc:docMk/>
            <pc:sldMasterMk cId="1865513139" sldId="2147483737"/>
            <pc:sldLayoutMk cId="397005724" sldId="2147483733"/>
          </pc:sldLayoutMkLst>
        </pc:sldLayoutChg>
        <pc:sldLayoutChg chg="add del">
          <pc:chgData name="JORGE R" userId="beadfa9f853b5b7e" providerId="Windows Live" clId="Web-{8DDAFE05-62C6-8289-D2A4-F27358322348}" dt="2025-09-09T14:34:19.192" v="5"/>
          <pc:sldLayoutMkLst>
            <pc:docMk/>
            <pc:sldMasterMk cId="1865513139" sldId="2147483737"/>
            <pc:sldLayoutMk cId="2319136710" sldId="2147483734"/>
          </pc:sldLayoutMkLst>
        </pc:sldLayoutChg>
        <pc:sldLayoutChg chg="add del">
          <pc:chgData name="JORGE R" userId="beadfa9f853b5b7e" providerId="Windows Live" clId="Web-{8DDAFE05-62C6-8289-D2A4-F27358322348}" dt="2025-09-09T14:34:19.192" v="5"/>
          <pc:sldLayoutMkLst>
            <pc:docMk/>
            <pc:sldMasterMk cId="1865513139" sldId="2147483737"/>
            <pc:sldLayoutMk cId="4232654136" sldId="2147483735"/>
          </pc:sldLayoutMkLst>
        </pc:sldLayoutChg>
        <pc:sldLayoutChg chg="add del">
          <pc:chgData name="JORGE R" userId="beadfa9f853b5b7e" providerId="Windows Live" clId="Web-{8DDAFE05-62C6-8289-D2A4-F27358322348}" dt="2025-09-09T14:34:19.192" v="5"/>
          <pc:sldLayoutMkLst>
            <pc:docMk/>
            <pc:sldMasterMk cId="1865513139" sldId="2147483737"/>
            <pc:sldLayoutMk cId="3186073523" sldId="2147483736"/>
          </pc:sldLayoutMkLst>
        </pc:sldLayoutChg>
      </pc:sldMasterChg>
      <pc:sldMasterChg chg="add del addSldLayout delSldLayout">
        <pc:chgData name="JORGE R" userId="beadfa9f853b5b7e" providerId="Windows Live" clId="Web-{8DDAFE05-62C6-8289-D2A4-F27358322348}" dt="2025-09-09T14:35:25.943" v="18"/>
        <pc:sldMasterMkLst>
          <pc:docMk/>
          <pc:sldMasterMk cId="3737258135" sldId="2147483737"/>
        </pc:sldMasterMkLst>
        <pc:sldLayoutChg chg="add del">
          <pc:chgData name="JORGE R" userId="beadfa9f853b5b7e" providerId="Windows Live" clId="Web-{8DDAFE05-62C6-8289-D2A4-F27358322348}" dt="2025-09-09T14:35:25.943" v="18"/>
          <pc:sldLayoutMkLst>
            <pc:docMk/>
            <pc:sldMasterMk cId="3737258135" sldId="2147483737"/>
            <pc:sldLayoutMk cId="2111103255" sldId="2147483726"/>
          </pc:sldLayoutMkLst>
        </pc:sldLayoutChg>
        <pc:sldLayoutChg chg="add del">
          <pc:chgData name="JORGE R" userId="beadfa9f853b5b7e" providerId="Windows Live" clId="Web-{8DDAFE05-62C6-8289-D2A4-F27358322348}" dt="2025-09-09T14:35:25.943" v="18"/>
          <pc:sldLayoutMkLst>
            <pc:docMk/>
            <pc:sldMasterMk cId="3737258135" sldId="2147483737"/>
            <pc:sldLayoutMk cId="850252903" sldId="2147483727"/>
          </pc:sldLayoutMkLst>
        </pc:sldLayoutChg>
        <pc:sldLayoutChg chg="add del">
          <pc:chgData name="JORGE R" userId="beadfa9f853b5b7e" providerId="Windows Live" clId="Web-{8DDAFE05-62C6-8289-D2A4-F27358322348}" dt="2025-09-09T14:35:25.943" v="18"/>
          <pc:sldLayoutMkLst>
            <pc:docMk/>
            <pc:sldMasterMk cId="3737258135" sldId="2147483737"/>
            <pc:sldLayoutMk cId="1107885483" sldId="2147483728"/>
          </pc:sldLayoutMkLst>
        </pc:sldLayoutChg>
        <pc:sldLayoutChg chg="add del">
          <pc:chgData name="JORGE R" userId="beadfa9f853b5b7e" providerId="Windows Live" clId="Web-{8DDAFE05-62C6-8289-D2A4-F27358322348}" dt="2025-09-09T14:35:25.943" v="18"/>
          <pc:sldLayoutMkLst>
            <pc:docMk/>
            <pc:sldMasterMk cId="3737258135" sldId="2147483737"/>
            <pc:sldLayoutMk cId="3582707635" sldId="2147483729"/>
          </pc:sldLayoutMkLst>
        </pc:sldLayoutChg>
        <pc:sldLayoutChg chg="add del">
          <pc:chgData name="JORGE R" userId="beadfa9f853b5b7e" providerId="Windows Live" clId="Web-{8DDAFE05-62C6-8289-D2A4-F27358322348}" dt="2025-09-09T14:35:25.943" v="18"/>
          <pc:sldLayoutMkLst>
            <pc:docMk/>
            <pc:sldMasterMk cId="3737258135" sldId="2147483737"/>
            <pc:sldLayoutMk cId="822994161" sldId="2147483730"/>
          </pc:sldLayoutMkLst>
        </pc:sldLayoutChg>
        <pc:sldLayoutChg chg="add del">
          <pc:chgData name="JORGE R" userId="beadfa9f853b5b7e" providerId="Windows Live" clId="Web-{8DDAFE05-62C6-8289-D2A4-F27358322348}" dt="2025-09-09T14:35:25.943" v="18"/>
          <pc:sldLayoutMkLst>
            <pc:docMk/>
            <pc:sldMasterMk cId="3737258135" sldId="2147483737"/>
            <pc:sldLayoutMk cId="984172583" sldId="2147483731"/>
          </pc:sldLayoutMkLst>
        </pc:sldLayoutChg>
        <pc:sldLayoutChg chg="add del">
          <pc:chgData name="JORGE R" userId="beadfa9f853b5b7e" providerId="Windows Live" clId="Web-{8DDAFE05-62C6-8289-D2A4-F27358322348}" dt="2025-09-09T14:35:25.943" v="18"/>
          <pc:sldLayoutMkLst>
            <pc:docMk/>
            <pc:sldMasterMk cId="3737258135" sldId="2147483737"/>
            <pc:sldLayoutMk cId="227734000" sldId="2147483732"/>
          </pc:sldLayoutMkLst>
        </pc:sldLayoutChg>
        <pc:sldLayoutChg chg="add del">
          <pc:chgData name="JORGE R" userId="beadfa9f853b5b7e" providerId="Windows Live" clId="Web-{8DDAFE05-62C6-8289-D2A4-F27358322348}" dt="2025-09-09T14:35:25.943" v="18"/>
          <pc:sldLayoutMkLst>
            <pc:docMk/>
            <pc:sldMasterMk cId="3737258135" sldId="2147483737"/>
            <pc:sldLayoutMk cId="2602063768" sldId="2147483733"/>
          </pc:sldLayoutMkLst>
        </pc:sldLayoutChg>
        <pc:sldLayoutChg chg="add del">
          <pc:chgData name="JORGE R" userId="beadfa9f853b5b7e" providerId="Windows Live" clId="Web-{8DDAFE05-62C6-8289-D2A4-F27358322348}" dt="2025-09-09T14:35:25.943" v="18"/>
          <pc:sldLayoutMkLst>
            <pc:docMk/>
            <pc:sldMasterMk cId="3737258135" sldId="2147483737"/>
            <pc:sldLayoutMk cId="2945970756" sldId="2147483734"/>
          </pc:sldLayoutMkLst>
        </pc:sldLayoutChg>
        <pc:sldLayoutChg chg="add del">
          <pc:chgData name="JORGE R" userId="beadfa9f853b5b7e" providerId="Windows Live" clId="Web-{8DDAFE05-62C6-8289-D2A4-F27358322348}" dt="2025-09-09T14:35:25.943" v="18"/>
          <pc:sldLayoutMkLst>
            <pc:docMk/>
            <pc:sldMasterMk cId="3737258135" sldId="2147483737"/>
            <pc:sldLayoutMk cId="3729068487" sldId="2147483735"/>
          </pc:sldLayoutMkLst>
        </pc:sldLayoutChg>
        <pc:sldLayoutChg chg="add del">
          <pc:chgData name="JORGE R" userId="beadfa9f853b5b7e" providerId="Windows Live" clId="Web-{8DDAFE05-62C6-8289-D2A4-F27358322348}" dt="2025-09-09T14:35:25.943" v="18"/>
          <pc:sldLayoutMkLst>
            <pc:docMk/>
            <pc:sldMasterMk cId="3737258135" sldId="2147483737"/>
            <pc:sldLayoutMk cId="1571643901" sldId="2147483736"/>
          </pc:sldLayoutMkLst>
        </pc:sldLayoutChg>
      </pc:sldMasterChg>
      <pc:sldMasterChg chg="add del addSldLayout delSldLayout">
        <pc:chgData name="JORGE R" userId="beadfa9f853b5b7e" providerId="Windows Live" clId="Web-{8DDAFE05-62C6-8289-D2A4-F27358322348}" dt="2025-09-09T14:34:30.239" v="7"/>
        <pc:sldMasterMkLst>
          <pc:docMk/>
          <pc:sldMasterMk cId="1978978263" sldId="2147483763"/>
        </pc:sldMasterMkLst>
        <pc:sldLayoutChg chg="add del">
          <pc:chgData name="JORGE R" userId="beadfa9f853b5b7e" providerId="Windows Live" clId="Web-{8DDAFE05-62C6-8289-D2A4-F27358322348}" dt="2025-09-09T14:34:30.239" v="7"/>
          <pc:sldLayoutMkLst>
            <pc:docMk/>
            <pc:sldMasterMk cId="1978978263" sldId="2147483763"/>
            <pc:sldLayoutMk cId="3089086708" sldId="2147483752"/>
          </pc:sldLayoutMkLst>
        </pc:sldLayoutChg>
        <pc:sldLayoutChg chg="add del">
          <pc:chgData name="JORGE R" userId="beadfa9f853b5b7e" providerId="Windows Live" clId="Web-{8DDAFE05-62C6-8289-D2A4-F27358322348}" dt="2025-09-09T14:34:30.239" v="7"/>
          <pc:sldLayoutMkLst>
            <pc:docMk/>
            <pc:sldMasterMk cId="1978978263" sldId="2147483763"/>
            <pc:sldLayoutMk cId="491166403" sldId="2147483753"/>
          </pc:sldLayoutMkLst>
        </pc:sldLayoutChg>
        <pc:sldLayoutChg chg="add del">
          <pc:chgData name="JORGE R" userId="beadfa9f853b5b7e" providerId="Windows Live" clId="Web-{8DDAFE05-62C6-8289-D2A4-F27358322348}" dt="2025-09-09T14:34:30.239" v="7"/>
          <pc:sldLayoutMkLst>
            <pc:docMk/>
            <pc:sldMasterMk cId="1978978263" sldId="2147483763"/>
            <pc:sldLayoutMk cId="3086119660" sldId="2147483754"/>
          </pc:sldLayoutMkLst>
        </pc:sldLayoutChg>
        <pc:sldLayoutChg chg="add del">
          <pc:chgData name="JORGE R" userId="beadfa9f853b5b7e" providerId="Windows Live" clId="Web-{8DDAFE05-62C6-8289-D2A4-F27358322348}" dt="2025-09-09T14:34:30.239" v="7"/>
          <pc:sldLayoutMkLst>
            <pc:docMk/>
            <pc:sldMasterMk cId="1978978263" sldId="2147483763"/>
            <pc:sldLayoutMk cId="1768001785" sldId="2147483755"/>
          </pc:sldLayoutMkLst>
        </pc:sldLayoutChg>
        <pc:sldLayoutChg chg="add del">
          <pc:chgData name="JORGE R" userId="beadfa9f853b5b7e" providerId="Windows Live" clId="Web-{8DDAFE05-62C6-8289-D2A4-F27358322348}" dt="2025-09-09T14:34:30.239" v="7"/>
          <pc:sldLayoutMkLst>
            <pc:docMk/>
            <pc:sldMasterMk cId="1978978263" sldId="2147483763"/>
            <pc:sldLayoutMk cId="1811095730" sldId="2147483756"/>
          </pc:sldLayoutMkLst>
        </pc:sldLayoutChg>
        <pc:sldLayoutChg chg="add del">
          <pc:chgData name="JORGE R" userId="beadfa9f853b5b7e" providerId="Windows Live" clId="Web-{8DDAFE05-62C6-8289-D2A4-F27358322348}" dt="2025-09-09T14:34:30.239" v="7"/>
          <pc:sldLayoutMkLst>
            <pc:docMk/>
            <pc:sldMasterMk cId="1978978263" sldId="2147483763"/>
            <pc:sldLayoutMk cId="1934159176" sldId="2147483757"/>
          </pc:sldLayoutMkLst>
        </pc:sldLayoutChg>
        <pc:sldLayoutChg chg="add del">
          <pc:chgData name="JORGE R" userId="beadfa9f853b5b7e" providerId="Windows Live" clId="Web-{8DDAFE05-62C6-8289-D2A4-F27358322348}" dt="2025-09-09T14:34:30.239" v="7"/>
          <pc:sldLayoutMkLst>
            <pc:docMk/>
            <pc:sldMasterMk cId="1978978263" sldId="2147483763"/>
            <pc:sldLayoutMk cId="3896781965" sldId="2147483758"/>
          </pc:sldLayoutMkLst>
        </pc:sldLayoutChg>
        <pc:sldLayoutChg chg="add del">
          <pc:chgData name="JORGE R" userId="beadfa9f853b5b7e" providerId="Windows Live" clId="Web-{8DDAFE05-62C6-8289-D2A4-F27358322348}" dt="2025-09-09T14:34:30.239" v="7"/>
          <pc:sldLayoutMkLst>
            <pc:docMk/>
            <pc:sldMasterMk cId="1978978263" sldId="2147483763"/>
            <pc:sldLayoutMk cId="2305932224" sldId="2147483759"/>
          </pc:sldLayoutMkLst>
        </pc:sldLayoutChg>
        <pc:sldLayoutChg chg="add del">
          <pc:chgData name="JORGE R" userId="beadfa9f853b5b7e" providerId="Windows Live" clId="Web-{8DDAFE05-62C6-8289-D2A4-F27358322348}" dt="2025-09-09T14:34:30.239" v="7"/>
          <pc:sldLayoutMkLst>
            <pc:docMk/>
            <pc:sldMasterMk cId="1978978263" sldId="2147483763"/>
            <pc:sldLayoutMk cId="2748968132" sldId="2147483760"/>
          </pc:sldLayoutMkLst>
        </pc:sldLayoutChg>
        <pc:sldLayoutChg chg="add del">
          <pc:chgData name="JORGE R" userId="beadfa9f853b5b7e" providerId="Windows Live" clId="Web-{8DDAFE05-62C6-8289-D2A4-F27358322348}" dt="2025-09-09T14:34:30.239" v="7"/>
          <pc:sldLayoutMkLst>
            <pc:docMk/>
            <pc:sldMasterMk cId="1978978263" sldId="2147483763"/>
            <pc:sldLayoutMk cId="2953123640" sldId="2147483761"/>
          </pc:sldLayoutMkLst>
        </pc:sldLayoutChg>
        <pc:sldLayoutChg chg="add del">
          <pc:chgData name="JORGE R" userId="beadfa9f853b5b7e" providerId="Windows Live" clId="Web-{8DDAFE05-62C6-8289-D2A4-F27358322348}" dt="2025-09-09T14:34:30.239" v="7"/>
          <pc:sldLayoutMkLst>
            <pc:docMk/>
            <pc:sldMasterMk cId="1978978263" sldId="2147483763"/>
            <pc:sldLayoutMk cId="47174074" sldId="2147483762"/>
          </pc:sldLayoutMkLst>
        </pc:sldLayoutChg>
      </pc:sldMasterChg>
      <pc:sldMasterChg chg="add del addSldLayout delSldLayout">
        <pc:chgData name="JORGE R" userId="beadfa9f853b5b7e" providerId="Windows Live" clId="Web-{8DDAFE05-62C6-8289-D2A4-F27358322348}" dt="2025-09-09T14:35:25.896" v="17"/>
        <pc:sldMasterMkLst>
          <pc:docMk/>
          <pc:sldMasterMk cId="2364774653" sldId="2147483763"/>
        </pc:sldMasterMkLst>
        <pc:sldLayoutChg chg="add del">
          <pc:chgData name="JORGE R" userId="beadfa9f853b5b7e" providerId="Windows Live" clId="Web-{8DDAFE05-62C6-8289-D2A4-F27358322348}" dt="2025-09-09T14:35:25.896" v="17"/>
          <pc:sldLayoutMkLst>
            <pc:docMk/>
            <pc:sldMasterMk cId="2364774653" sldId="2147483763"/>
            <pc:sldLayoutMk cId="3622146122" sldId="2147483752"/>
          </pc:sldLayoutMkLst>
        </pc:sldLayoutChg>
        <pc:sldLayoutChg chg="add del">
          <pc:chgData name="JORGE R" userId="beadfa9f853b5b7e" providerId="Windows Live" clId="Web-{8DDAFE05-62C6-8289-D2A4-F27358322348}" dt="2025-09-09T14:35:25.896" v="17"/>
          <pc:sldLayoutMkLst>
            <pc:docMk/>
            <pc:sldMasterMk cId="2364774653" sldId="2147483763"/>
            <pc:sldLayoutMk cId="3109668495" sldId="2147483753"/>
          </pc:sldLayoutMkLst>
        </pc:sldLayoutChg>
        <pc:sldLayoutChg chg="add del">
          <pc:chgData name="JORGE R" userId="beadfa9f853b5b7e" providerId="Windows Live" clId="Web-{8DDAFE05-62C6-8289-D2A4-F27358322348}" dt="2025-09-09T14:35:25.896" v="17"/>
          <pc:sldLayoutMkLst>
            <pc:docMk/>
            <pc:sldMasterMk cId="2364774653" sldId="2147483763"/>
            <pc:sldLayoutMk cId="3301824443" sldId="2147483754"/>
          </pc:sldLayoutMkLst>
        </pc:sldLayoutChg>
        <pc:sldLayoutChg chg="add del">
          <pc:chgData name="JORGE R" userId="beadfa9f853b5b7e" providerId="Windows Live" clId="Web-{8DDAFE05-62C6-8289-D2A4-F27358322348}" dt="2025-09-09T14:35:25.896" v="17"/>
          <pc:sldLayoutMkLst>
            <pc:docMk/>
            <pc:sldMasterMk cId="2364774653" sldId="2147483763"/>
            <pc:sldLayoutMk cId="964736573" sldId="2147483755"/>
          </pc:sldLayoutMkLst>
        </pc:sldLayoutChg>
        <pc:sldLayoutChg chg="add del">
          <pc:chgData name="JORGE R" userId="beadfa9f853b5b7e" providerId="Windows Live" clId="Web-{8DDAFE05-62C6-8289-D2A4-F27358322348}" dt="2025-09-09T14:35:25.896" v="17"/>
          <pc:sldLayoutMkLst>
            <pc:docMk/>
            <pc:sldMasterMk cId="2364774653" sldId="2147483763"/>
            <pc:sldLayoutMk cId="1265669832" sldId="2147483756"/>
          </pc:sldLayoutMkLst>
        </pc:sldLayoutChg>
        <pc:sldLayoutChg chg="add del">
          <pc:chgData name="JORGE R" userId="beadfa9f853b5b7e" providerId="Windows Live" clId="Web-{8DDAFE05-62C6-8289-D2A4-F27358322348}" dt="2025-09-09T14:35:25.896" v="17"/>
          <pc:sldLayoutMkLst>
            <pc:docMk/>
            <pc:sldMasterMk cId="2364774653" sldId="2147483763"/>
            <pc:sldLayoutMk cId="2399117492" sldId="2147483757"/>
          </pc:sldLayoutMkLst>
        </pc:sldLayoutChg>
        <pc:sldLayoutChg chg="add del">
          <pc:chgData name="JORGE R" userId="beadfa9f853b5b7e" providerId="Windows Live" clId="Web-{8DDAFE05-62C6-8289-D2A4-F27358322348}" dt="2025-09-09T14:35:25.896" v="17"/>
          <pc:sldLayoutMkLst>
            <pc:docMk/>
            <pc:sldMasterMk cId="2364774653" sldId="2147483763"/>
            <pc:sldLayoutMk cId="4257412427" sldId="2147483758"/>
          </pc:sldLayoutMkLst>
        </pc:sldLayoutChg>
        <pc:sldLayoutChg chg="add del">
          <pc:chgData name="JORGE R" userId="beadfa9f853b5b7e" providerId="Windows Live" clId="Web-{8DDAFE05-62C6-8289-D2A4-F27358322348}" dt="2025-09-09T14:35:25.896" v="17"/>
          <pc:sldLayoutMkLst>
            <pc:docMk/>
            <pc:sldMasterMk cId="2364774653" sldId="2147483763"/>
            <pc:sldLayoutMk cId="3798190764" sldId="2147483759"/>
          </pc:sldLayoutMkLst>
        </pc:sldLayoutChg>
        <pc:sldLayoutChg chg="add del">
          <pc:chgData name="JORGE R" userId="beadfa9f853b5b7e" providerId="Windows Live" clId="Web-{8DDAFE05-62C6-8289-D2A4-F27358322348}" dt="2025-09-09T14:35:25.896" v="17"/>
          <pc:sldLayoutMkLst>
            <pc:docMk/>
            <pc:sldMasterMk cId="2364774653" sldId="2147483763"/>
            <pc:sldLayoutMk cId="3086262699" sldId="2147483760"/>
          </pc:sldLayoutMkLst>
        </pc:sldLayoutChg>
        <pc:sldLayoutChg chg="add del">
          <pc:chgData name="JORGE R" userId="beadfa9f853b5b7e" providerId="Windows Live" clId="Web-{8DDAFE05-62C6-8289-D2A4-F27358322348}" dt="2025-09-09T14:35:25.896" v="17"/>
          <pc:sldLayoutMkLst>
            <pc:docMk/>
            <pc:sldMasterMk cId="2364774653" sldId="2147483763"/>
            <pc:sldLayoutMk cId="728903738" sldId="2147483761"/>
          </pc:sldLayoutMkLst>
        </pc:sldLayoutChg>
        <pc:sldLayoutChg chg="add del">
          <pc:chgData name="JORGE R" userId="beadfa9f853b5b7e" providerId="Windows Live" clId="Web-{8DDAFE05-62C6-8289-D2A4-F27358322348}" dt="2025-09-09T14:35:25.896" v="17"/>
          <pc:sldLayoutMkLst>
            <pc:docMk/>
            <pc:sldMasterMk cId="2364774653" sldId="2147483763"/>
            <pc:sldLayoutMk cId="1556429398" sldId="2147483762"/>
          </pc:sldLayoutMkLst>
        </pc:sldLayoutChg>
      </pc:sldMasterChg>
      <pc:sldMasterChg chg="add del addSldLayout delSldLayout">
        <pc:chgData name="JORGE R" userId="beadfa9f853b5b7e" providerId="Windows Live" clId="Web-{8DDAFE05-62C6-8289-D2A4-F27358322348}" dt="2025-09-09T14:35:17.865" v="13"/>
        <pc:sldMasterMkLst>
          <pc:docMk/>
          <pc:sldMasterMk cId="2380694748" sldId="2147483763"/>
        </pc:sldMasterMkLst>
        <pc:sldLayoutChg chg="add del">
          <pc:chgData name="JORGE R" userId="beadfa9f853b5b7e" providerId="Windows Live" clId="Web-{8DDAFE05-62C6-8289-D2A4-F27358322348}" dt="2025-09-09T14:35:17.865" v="13"/>
          <pc:sldLayoutMkLst>
            <pc:docMk/>
            <pc:sldMasterMk cId="2380694748" sldId="2147483763"/>
            <pc:sldLayoutMk cId="109622898" sldId="2147483752"/>
          </pc:sldLayoutMkLst>
        </pc:sldLayoutChg>
        <pc:sldLayoutChg chg="add del">
          <pc:chgData name="JORGE R" userId="beadfa9f853b5b7e" providerId="Windows Live" clId="Web-{8DDAFE05-62C6-8289-D2A4-F27358322348}" dt="2025-09-09T14:35:17.865" v="13"/>
          <pc:sldLayoutMkLst>
            <pc:docMk/>
            <pc:sldMasterMk cId="2380694748" sldId="2147483763"/>
            <pc:sldLayoutMk cId="3782151507" sldId="2147483753"/>
          </pc:sldLayoutMkLst>
        </pc:sldLayoutChg>
        <pc:sldLayoutChg chg="add del">
          <pc:chgData name="JORGE R" userId="beadfa9f853b5b7e" providerId="Windows Live" clId="Web-{8DDAFE05-62C6-8289-D2A4-F27358322348}" dt="2025-09-09T14:35:17.865" v="13"/>
          <pc:sldLayoutMkLst>
            <pc:docMk/>
            <pc:sldMasterMk cId="2380694748" sldId="2147483763"/>
            <pc:sldLayoutMk cId="4201537616" sldId="2147483754"/>
          </pc:sldLayoutMkLst>
        </pc:sldLayoutChg>
        <pc:sldLayoutChg chg="add del">
          <pc:chgData name="JORGE R" userId="beadfa9f853b5b7e" providerId="Windows Live" clId="Web-{8DDAFE05-62C6-8289-D2A4-F27358322348}" dt="2025-09-09T14:35:17.865" v="13"/>
          <pc:sldLayoutMkLst>
            <pc:docMk/>
            <pc:sldMasterMk cId="2380694748" sldId="2147483763"/>
            <pc:sldLayoutMk cId="85662682" sldId="2147483755"/>
          </pc:sldLayoutMkLst>
        </pc:sldLayoutChg>
        <pc:sldLayoutChg chg="add del">
          <pc:chgData name="JORGE R" userId="beadfa9f853b5b7e" providerId="Windows Live" clId="Web-{8DDAFE05-62C6-8289-D2A4-F27358322348}" dt="2025-09-09T14:35:17.865" v="13"/>
          <pc:sldLayoutMkLst>
            <pc:docMk/>
            <pc:sldMasterMk cId="2380694748" sldId="2147483763"/>
            <pc:sldLayoutMk cId="3123018137" sldId="2147483756"/>
          </pc:sldLayoutMkLst>
        </pc:sldLayoutChg>
        <pc:sldLayoutChg chg="add del">
          <pc:chgData name="JORGE R" userId="beadfa9f853b5b7e" providerId="Windows Live" clId="Web-{8DDAFE05-62C6-8289-D2A4-F27358322348}" dt="2025-09-09T14:35:17.865" v="13"/>
          <pc:sldLayoutMkLst>
            <pc:docMk/>
            <pc:sldMasterMk cId="2380694748" sldId="2147483763"/>
            <pc:sldLayoutMk cId="1466227394" sldId="2147483757"/>
          </pc:sldLayoutMkLst>
        </pc:sldLayoutChg>
        <pc:sldLayoutChg chg="add del">
          <pc:chgData name="JORGE R" userId="beadfa9f853b5b7e" providerId="Windows Live" clId="Web-{8DDAFE05-62C6-8289-D2A4-F27358322348}" dt="2025-09-09T14:35:17.865" v="13"/>
          <pc:sldLayoutMkLst>
            <pc:docMk/>
            <pc:sldMasterMk cId="2380694748" sldId="2147483763"/>
            <pc:sldLayoutMk cId="2234422843" sldId="2147483758"/>
          </pc:sldLayoutMkLst>
        </pc:sldLayoutChg>
        <pc:sldLayoutChg chg="add del">
          <pc:chgData name="JORGE R" userId="beadfa9f853b5b7e" providerId="Windows Live" clId="Web-{8DDAFE05-62C6-8289-D2A4-F27358322348}" dt="2025-09-09T14:35:17.865" v="13"/>
          <pc:sldLayoutMkLst>
            <pc:docMk/>
            <pc:sldMasterMk cId="2380694748" sldId="2147483763"/>
            <pc:sldLayoutMk cId="2850222699" sldId="2147483759"/>
          </pc:sldLayoutMkLst>
        </pc:sldLayoutChg>
        <pc:sldLayoutChg chg="add del">
          <pc:chgData name="JORGE R" userId="beadfa9f853b5b7e" providerId="Windows Live" clId="Web-{8DDAFE05-62C6-8289-D2A4-F27358322348}" dt="2025-09-09T14:35:17.865" v="13"/>
          <pc:sldLayoutMkLst>
            <pc:docMk/>
            <pc:sldMasterMk cId="2380694748" sldId="2147483763"/>
            <pc:sldLayoutMk cId="1343917983" sldId="2147483760"/>
          </pc:sldLayoutMkLst>
        </pc:sldLayoutChg>
        <pc:sldLayoutChg chg="add del">
          <pc:chgData name="JORGE R" userId="beadfa9f853b5b7e" providerId="Windows Live" clId="Web-{8DDAFE05-62C6-8289-D2A4-F27358322348}" dt="2025-09-09T14:35:17.865" v="13"/>
          <pc:sldLayoutMkLst>
            <pc:docMk/>
            <pc:sldMasterMk cId="2380694748" sldId="2147483763"/>
            <pc:sldLayoutMk cId="1239463860" sldId="2147483761"/>
          </pc:sldLayoutMkLst>
        </pc:sldLayoutChg>
        <pc:sldLayoutChg chg="add del">
          <pc:chgData name="JORGE R" userId="beadfa9f853b5b7e" providerId="Windows Live" clId="Web-{8DDAFE05-62C6-8289-D2A4-F27358322348}" dt="2025-09-09T14:35:17.865" v="13"/>
          <pc:sldLayoutMkLst>
            <pc:docMk/>
            <pc:sldMasterMk cId="2380694748" sldId="2147483763"/>
            <pc:sldLayoutMk cId="2632180457" sldId="2147483762"/>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F8CF-692C-4963-8B5E-D1C0928CF160}"/>
              </a:ext>
            </a:extLst>
          </p:cNvPr>
          <p:cNvSpPr>
            <a:spLocks noGrp="1"/>
          </p:cNvSpPr>
          <p:nvPr>
            <p:ph type="ctrTitle"/>
          </p:nvPr>
        </p:nvSpPr>
        <p:spPr>
          <a:xfrm>
            <a:off x="1429612" y="1013984"/>
            <a:ext cx="7714388" cy="3260635"/>
          </a:xfrm>
        </p:spPr>
        <p:txBody>
          <a:bodyPr anchor="b"/>
          <a:lstStyle>
            <a:lvl1pPr algn="l">
              <a:defRPr sz="2800"/>
            </a:lvl1pPr>
          </a:lstStyle>
          <a:p>
            <a:r>
              <a:rPr lang="en-US" dirty="0"/>
              <a:t>Click to edit Master title style</a:t>
            </a:r>
          </a:p>
        </p:txBody>
      </p:sp>
      <p:sp>
        <p:nvSpPr>
          <p:cNvPr id="3" name="Subtitle 2">
            <a:extLst>
              <a:ext uri="{FF2B5EF4-FFF2-40B4-BE49-F238E27FC236}">
                <a16:creationId xmlns:a16="http://schemas.microsoft.com/office/drawing/2014/main" id="{9F419655-1613-4CC0-BBE9-BD2CB2C3C766}"/>
              </a:ext>
            </a:extLst>
          </p:cNvPr>
          <p:cNvSpPr>
            <a:spLocks noGrp="1"/>
          </p:cNvSpPr>
          <p:nvPr>
            <p:ph type="subTitle" idx="1"/>
          </p:nvPr>
        </p:nvSpPr>
        <p:spPr>
          <a:xfrm>
            <a:off x="1429612" y="4848464"/>
            <a:ext cx="7714388" cy="1085849"/>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40267FFF-6BC4-4DF0-BC55-B2C3BFD8ED12}"/>
              </a:ext>
            </a:extLst>
          </p:cNvPr>
          <p:cNvSpPr>
            <a:spLocks noGrp="1"/>
          </p:cNvSpPr>
          <p:nvPr>
            <p:ph type="dt" sz="half" idx="10"/>
          </p:nvPr>
        </p:nvSpPr>
        <p:spPr/>
        <p:txBody>
          <a:bodyPr/>
          <a:lstStyle/>
          <a:p>
            <a:fld id="{3C2B07E4-CDF9-4C88-A2F3-04620E58224D}" type="datetimeFigureOut">
              <a:rPr lang="en-US" smtClean="0"/>
              <a:t>9/18/2025</a:t>
            </a:fld>
            <a:endParaRPr lang="en-US"/>
          </a:p>
        </p:txBody>
      </p:sp>
      <p:sp>
        <p:nvSpPr>
          <p:cNvPr id="5" name="Footer Placeholder 4">
            <a:extLst>
              <a:ext uri="{FF2B5EF4-FFF2-40B4-BE49-F238E27FC236}">
                <a16:creationId xmlns:a16="http://schemas.microsoft.com/office/drawing/2014/main" id="{D6389830-A1B7-484B-832C-F64A558BDF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A8F727-72C8-47A9-8E54-AD84590286F9}"/>
              </a:ext>
            </a:extLst>
          </p:cNvPr>
          <p:cNvSpPr>
            <a:spLocks noGrp="1"/>
          </p:cNvSpPr>
          <p:nvPr>
            <p:ph type="sldNum" sz="quarter" idx="12"/>
          </p:nvPr>
        </p:nvSpPr>
        <p:spPr/>
        <p:txBody>
          <a:bodyPr/>
          <a:lstStyle/>
          <a:p>
            <a:fld id="{EFE71E98-A417-4ECC-ACEB-C0490C20DB04}" type="slidenum">
              <a:rPr lang="en-US" smtClean="0"/>
              <a:t>‹#›</a:t>
            </a:fld>
            <a:endParaRPr lang="en-US"/>
          </a:p>
        </p:txBody>
      </p:sp>
      <p:cxnSp>
        <p:nvCxnSpPr>
          <p:cNvPr id="7" name="Straight Connector 6">
            <a:extLst>
              <a:ext uri="{FF2B5EF4-FFF2-40B4-BE49-F238E27FC236}">
                <a16:creationId xmlns:a16="http://schemas.microsoft.com/office/drawing/2014/main" id="{AEED5540-64E5-4258-ABA4-753F07B71B38}"/>
              </a:ext>
            </a:extLst>
          </p:cNvPr>
          <p:cNvCxnSpPr>
            <a:cxnSpLocks/>
          </p:cNvCxnSpPr>
          <p:nvPr/>
        </p:nvCxnSpPr>
        <p:spPr>
          <a:xfrm>
            <a:off x="1524000" y="457150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734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EF94C-BCB1-4F4C-AF70-DD2A5C4E3318}"/>
              </a:ext>
            </a:extLst>
          </p:cNvPr>
          <p:cNvSpPr>
            <a:spLocks noGrp="1"/>
          </p:cNvSpPr>
          <p:nvPr>
            <p:ph type="title"/>
          </p:nvPr>
        </p:nvSpPr>
        <p:spPr>
          <a:xfrm>
            <a:off x="1429566" y="1045445"/>
            <a:ext cx="9238434" cy="857559"/>
          </a:xfrm>
        </p:spPr>
        <p:txBody>
          <a:bodyPr anchor="b"/>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8A909B75-A057-44B5-872F-DF01BDC8EA07}"/>
              </a:ext>
            </a:extLst>
          </p:cNvPr>
          <p:cNvSpPr>
            <a:spLocks noGrp="1"/>
          </p:cNvSpPr>
          <p:nvPr>
            <p:ph idx="1"/>
          </p:nvPr>
        </p:nvSpPr>
        <p:spPr>
          <a:xfrm>
            <a:off x="1429566" y="2286000"/>
            <a:ext cx="9238434" cy="381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806260C-3219-4812-88F2-3162D37F293B}"/>
              </a:ext>
            </a:extLst>
          </p:cNvPr>
          <p:cNvSpPr>
            <a:spLocks noGrp="1"/>
          </p:cNvSpPr>
          <p:nvPr>
            <p:ph type="dt" sz="half" idx="10"/>
          </p:nvPr>
        </p:nvSpPr>
        <p:spPr/>
        <p:txBody>
          <a:bodyPr/>
          <a:lstStyle/>
          <a:p>
            <a:fld id="{3C2B07E4-CDF9-4C88-A2F3-04620E58224D}" type="datetimeFigureOut">
              <a:rPr lang="en-US" smtClean="0"/>
              <a:t>9/18/2025</a:t>
            </a:fld>
            <a:endParaRPr lang="en-US"/>
          </a:p>
        </p:txBody>
      </p:sp>
      <p:sp>
        <p:nvSpPr>
          <p:cNvPr id="5" name="Footer Placeholder 4">
            <a:extLst>
              <a:ext uri="{FF2B5EF4-FFF2-40B4-BE49-F238E27FC236}">
                <a16:creationId xmlns:a16="http://schemas.microsoft.com/office/drawing/2014/main" id="{F2762B73-9C01-4BE3-A199-782BE6EBA6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761492-EB56-4454-9D2A-8BB94AACB899}"/>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2602063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980A128-A52A-402C-865B-1BF08D7F0458}"/>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900447-3778-4AB7-ACB3-7C2313FE9A47}"/>
              </a:ext>
            </a:extLst>
          </p:cNvPr>
          <p:cNvSpPr>
            <a:spLocks noGrp="1"/>
          </p:cNvSpPr>
          <p:nvPr>
            <p:ph type="title"/>
          </p:nvPr>
        </p:nvSpPr>
        <p:spPr>
          <a:xfrm>
            <a:off x="1421745" y="1287554"/>
            <a:ext cx="8284963" cy="3113064"/>
          </a:xfrm>
        </p:spPr>
        <p:txBody>
          <a:bodyPr anchor="t"/>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F9B910C9-BA3C-4D31-9C62-2C2408591FF2}"/>
              </a:ext>
            </a:extLst>
          </p:cNvPr>
          <p:cNvSpPr>
            <a:spLocks noGrp="1"/>
          </p:cNvSpPr>
          <p:nvPr>
            <p:ph type="body" idx="1"/>
          </p:nvPr>
        </p:nvSpPr>
        <p:spPr>
          <a:xfrm>
            <a:off x="1421744" y="4619707"/>
            <a:ext cx="7722256" cy="1476293"/>
          </a:xfrm>
        </p:spPr>
        <p:txBody>
          <a:bodyPr anchor="b">
            <a:normAutofit/>
          </a:bodyPr>
          <a:lstStyle>
            <a:lvl1pPr marL="0" indent="0">
              <a:buNone/>
              <a:defRPr sz="1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8742E8A-6B69-406B-A3DF-0A1B76832E0A}"/>
              </a:ext>
            </a:extLst>
          </p:cNvPr>
          <p:cNvSpPr>
            <a:spLocks noGrp="1"/>
          </p:cNvSpPr>
          <p:nvPr>
            <p:ph type="dt" sz="half" idx="10"/>
          </p:nvPr>
        </p:nvSpPr>
        <p:spPr/>
        <p:txBody>
          <a:bodyPr/>
          <a:lstStyle/>
          <a:p>
            <a:fld id="{3C2B07E4-CDF9-4C88-A2F3-04620E58224D}" type="datetimeFigureOut">
              <a:rPr lang="en-US" smtClean="0"/>
              <a:t>9/18/2025</a:t>
            </a:fld>
            <a:endParaRPr lang="en-US"/>
          </a:p>
        </p:txBody>
      </p:sp>
      <p:sp>
        <p:nvSpPr>
          <p:cNvPr id="5" name="Footer Placeholder 4">
            <a:extLst>
              <a:ext uri="{FF2B5EF4-FFF2-40B4-BE49-F238E27FC236}">
                <a16:creationId xmlns:a16="http://schemas.microsoft.com/office/drawing/2014/main" id="{64D665CF-4461-4BB8-8F3A-ED1CB1084C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898B27-5EF3-49F4-B3CE-F3CF419AE06E}"/>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2945970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3F3BA-5AD5-4F15-97B2-E4652D1D4E15}"/>
              </a:ext>
            </a:extLst>
          </p:cNvPr>
          <p:cNvSpPr>
            <a:spLocks noGrp="1"/>
          </p:cNvSpPr>
          <p:nvPr>
            <p:ph type="title"/>
          </p:nvPr>
        </p:nvSpPr>
        <p:spPr>
          <a:xfrm>
            <a:off x="1429566" y="1013411"/>
            <a:ext cx="9238434" cy="889592"/>
          </a:xfrm>
        </p:spPr>
        <p:txBody>
          <a:bodyPr/>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7EA997B8-1FD3-40E6-A486-256EB41DB70A}"/>
              </a:ext>
            </a:extLst>
          </p:cNvPr>
          <p:cNvSpPr>
            <a:spLocks noGrp="1"/>
          </p:cNvSpPr>
          <p:nvPr>
            <p:ph sz="half" idx="1"/>
          </p:nvPr>
        </p:nvSpPr>
        <p:spPr>
          <a:xfrm>
            <a:off x="1429566" y="2135565"/>
            <a:ext cx="449580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183F4D8-AA9A-4AF7-86EA-E4D797B98CE9}"/>
              </a:ext>
            </a:extLst>
          </p:cNvPr>
          <p:cNvSpPr>
            <a:spLocks noGrp="1"/>
          </p:cNvSpPr>
          <p:nvPr>
            <p:ph sz="half" idx="2"/>
          </p:nvPr>
        </p:nvSpPr>
        <p:spPr>
          <a:xfrm>
            <a:off x="6172200" y="2135565"/>
            <a:ext cx="449580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A08823E-BC08-4810-9BFF-35D2EA2AE729}"/>
              </a:ext>
            </a:extLst>
          </p:cNvPr>
          <p:cNvSpPr>
            <a:spLocks noGrp="1"/>
          </p:cNvSpPr>
          <p:nvPr>
            <p:ph type="dt" sz="half" idx="10"/>
          </p:nvPr>
        </p:nvSpPr>
        <p:spPr/>
        <p:txBody>
          <a:bodyPr/>
          <a:lstStyle/>
          <a:p>
            <a:fld id="{3C2B07E4-CDF9-4C88-A2F3-04620E58224D}" type="datetimeFigureOut">
              <a:rPr lang="en-US" smtClean="0"/>
              <a:t>9/18/2025</a:t>
            </a:fld>
            <a:endParaRPr lang="en-US"/>
          </a:p>
        </p:txBody>
      </p:sp>
      <p:sp>
        <p:nvSpPr>
          <p:cNvPr id="6" name="Footer Placeholder 5">
            <a:extLst>
              <a:ext uri="{FF2B5EF4-FFF2-40B4-BE49-F238E27FC236}">
                <a16:creationId xmlns:a16="http://schemas.microsoft.com/office/drawing/2014/main" id="{2FDD2BFB-BB2C-4C4A-A6E1-DD223C2BE0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D369B2-12F8-4583-8A7F-523C9A3EF09B}"/>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3729068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717F-84B9-44BA-8DD6-680394AB193E}"/>
              </a:ext>
            </a:extLst>
          </p:cNvPr>
          <p:cNvSpPr>
            <a:spLocks noGrp="1"/>
          </p:cNvSpPr>
          <p:nvPr>
            <p:ph type="title"/>
          </p:nvPr>
        </p:nvSpPr>
        <p:spPr>
          <a:xfrm>
            <a:off x="1429566" y="1079150"/>
            <a:ext cx="9238434" cy="823912"/>
          </a:xfrm>
        </p:spPr>
        <p:txBody>
          <a:bodyPr/>
          <a:lstStyle>
            <a:lvl1pPr>
              <a:defRPr>
                <a:solidFill>
                  <a:schemeClr val="tx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2A1217D6-7448-4625-964F-5D82F65F11F7}"/>
              </a:ext>
            </a:extLst>
          </p:cNvPr>
          <p:cNvSpPr>
            <a:spLocks noGrp="1"/>
          </p:cNvSpPr>
          <p:nvPr>
            <p:ph type="body" idx="1"/>
          </p:nvPr>
        </p:nvSpPr>
        <p:spPr>
          <a:xfrm>
            <a:off x="1429567" y="2013217"/>
            <a:ext cx="4495799" cy="704232"/>
          </a:xfrm>
        </p:spPr>
        <p:txBody>
          <a:bodyPr anchor="b">
            <a:normAutofit/>
          </a:bodyPr>
          <a:lstStyle>
            <a:lvl1pPr marL="0" indent="0">
              <a:lnSpc>
                <a:spcPct val="100000"/>
              </a:lnSpc>
              <a:buNone/>
              <a:defRPr sz="1800" b="0" cap="all" spc="3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253A534C-0B54-4327-99C0-4F0019FD21F6}"/>
              </a:ext>
            </a:extLst>
          </p:cNvPr>
          <p:cNvSpPr>
            <a:spLocks noGrp="1"/>
          </p:cNvSpPr>
          <p:nvPr>
            <p:ph sz="half" idx="2"/>
          </p:nvPr>
        </p:nvSpPr>
        <p:spPr>
          <a:xfrm>
            <a:off x="1429567" y="3048000"/>
            <a:ext cx="449580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89D4A63-0795-4B74-8C11-5FE7944118C7}"/>
              </a:ext>
            </a:extLst>
          </p:cNvPr>
          <p:cNvSpPr>
            <a:spLocks noGrp="1"/>
          </p:cNvSpPr>
          <p:nvPr>
            <p:ph type="body" sz="quarter" idx="3"/>
          </p:nvPr>
        </p:nvSpPr>
        <p:spPr>
          <a:xfrm>
            <a:off x="6172200" y="2013215"/>
            <a:ext cx="4495800" cy="704233"/>
          </a:xfrm>
        </p:spPr>
        <p:txBody>
          <a:bodyPr anchor="b">
            <a:normAutofit/>
          </a:bodyPr>
          <a:lstStyle>
            <a:lvl1pPr marL="0" indent="0">
              <a:lnSpc>
                <a:spcPct val="100000"/>
              </a:lnSpc>
              <a:buNone/>
              <a:defRPr sz="1800" b="0" cap="all" spc="3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sz="quarter" idx="4"/>
          </p:nvPr>
        </p:nvSpPr>
        <p:spPr>
          <a:xfrm>
            <a:off x="6172200" y="3048000"/>
            <a:ext cx="449580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0E8168E2-6B97-486E-B0E4-4E7F5CDBB5B1}"/>
              </a:ext>
            </a:extLst>
          </p:cNvPr>
          <p:cNvSpPr>
            <a:spLocks noGrp="1"/>
          </p:cNvSpPr>
          <p:nvPr>
            <p:ph type="dt" sz="half" idx="10"/>
          </p:nvPr>
        </p:nvSpPr>
        <p:spPr/>
        <p:txBody>
          <a:bodyPr/>
          <a:lstStyle/>
          <a:p>
            <a:fld id="{3C2B07E4-CDF9-4C88-A2F3-04620E58224D}" type="datetimeFigureOut">
              <a:rPr lang="en-US" smtClean="0"/>
              <a:t>9/18/2025</a:t>
            </a:fld>
            <a:endParaRPr lang="en-US"/>
          </a:p>
        </p:txBody>
      </p:sp>
      <p:sp>
        <p:nvSpPr>
          <p:cNvPr id="8" name="Footer Placeholder 7">
            <a:extLst>
              <a:ext uri="{FF2B5EF4-FFF2-40B4-BE49-F238E27FC236}">
                <a16:creationId xmlns:a16="http://schemas.microsoft.com/office/drawing/2014/main" id="{D05D3E2B-2F4E-4347-A8E9-27EB7D0359B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1FC4F5-6876-414E-9E30-84706A3F528C}"/>
              </a:ext>
            </a:extLst>
          </p:cNvPr>
          <p:cNvSpPr>
            <a:spLocks noGrp="1"/>
          </p:cNvSpPr>
          <p:nvPr>
            <p:ph type="sldNum" sz="quarter" idx="12"/>
          </p:nvPr>
        </p:nvSpPr>
        <p:spPr/>
        <p:txBody>
          <a:bodyPr/>
          <a:lstStyle/>
          <a:p>
            <a:fld id="{EFE71E98-A417-4ECC-ACEB-C0490C20DB04}" type="slidenum">
              <a:rPr lang="en-US" smtClean="0"/>
              <a:t>‹#›</a:t>
            </a:fld>
            <a:endParaRPr lang="en-US"/>
          </a:p>
        </p:txBody>
      </p:sp>
      <p:cxnSp>
        <p:nvCxnSpPr>
          <p:cNvPr id="11" name="Straight Connector 10">
            <a:extLst>
              <a:ext uri="{FF2B5EF4-FFF2-40B4-BE49-F238E27FC236}">
                <a16:creationId xmlns:a16="http://schemas.microsoft.com/office/drawing/2014/main" id="{A70D2F04-5474-46B9-B838-858CDF4AB2D2}"/>
              </a:ext>
            </a:extLst>
          </p:cNvPr>
          <p:cNvCxnSpPr>
            <a:cxnSpLocks/>
          </p:cNvCxnSpPr>
          <p:nvPr/>
        </p:nvCxnSpPr>
        <p:spPr>
          <a:xfrm>
            <a:off x="6270727" y="2876662"/>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CADEE893-BE45-47F3-BCF0-02424B3503CC}"/>
              </a:ext>
            </a:extLst>
          </p:cNvPr>
          <p:cNvSpPr/>
          <p:nvPr/>
        </p:nvSpPr>
        <p:spPr>
          <a:xfrm>
            <a:off x="-1171838" y="4592406"/>
            <a:ext cx="808262" cy="3897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3FB5178A-4501-4B56-8BF1-D083D7B021CE}"/>
              </a:ext>
            </a:extLst>
          </p:cNvPr>
          <p:cNvCxnSpPr>
            <a:cxnSpLocks/>
          </p:cNvCxnSpPr>
          <p:nvPr/>
        </p:nvCxnSpPr>
        <p:spPr>
          <a:xfrm>
            <a:off x="1524000" y="2876662"/>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1643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2109C6-041C-42BA-B507-8EA298046EDD}"/>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7BF877-20DD-40F4-AEA8-E1B6D5350D2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7DC874-15B5-4338-B7D1-8E393AB4C16E}"/>
              </a:ext>
            </a:extLst>
          </p:cNvPr>
          <p:cNvSpPr>
            <a:spLocks noGrp="1"/>
          </p:cNvSpPr>
          <p:nvPr>
            <p:ph type="dt" sz="half" idx="10"/>
          </p:nvPr>
        </p:nvSpPr>
        <p:spPr/>
        <p:txBody>
          <a:bodyPr/>
          <a:lstStyle/>
          <a:p>
            <a:fld id="{3C2B07E4-CDF9-4C88-A2F3-04620E58224D}" type="datetimeFigureOut">
              <a:rPr lang="en-US" smtClean="0"/>
              <a:t>9/18/2025</a:t>
            </a:fld>
            <a:endParaRPr lang="en-US"/>
          </a:p>
        </p:txBody>
      </p:sp>
      <p:sp>
        <p:nvSpPr>
          <p:cNvPr id="4" name="Footer Placeholder 3">
            <a:extLst>
              <a:ext uri="{FF2B5EF4-FFF2-40B4-BE49-F238E27FC236}">
                <a16:creationId xmlns:a16="http://schemas.microsoft.com/office/drawing/2014/main" id="{7E66BAE3-24C5-483F-9141-D860A265E78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59AEEB4-66F8-4008-B616-804FB9D91CF9}"/>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822994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46C975-8FFB-4A4B-9213-774EE3901DE9}"/>
              </a:ext>
            </a:extLst>
          </p:cNvPr>
          <p:cNvSpPr>
            <a:spLocks noGrp="1"/>
          </p:cNvSpPr>
          <p:nvPr>
            <p:ph type="dt" sz="half" idx="10"/>
          </p:nvPr>
        </p:nvSpPr>
        <p:spPr/>
        <p:txBody>
          <a:bodyPr/>
          <a:lstStyle/>
          <a:p>
            <a:fld id="{3C2B07E4-CDF9-4C88-A2F3-04620E58224D}" type="datetimeFigureOut">
              <a:rPr lang="en-US" smtClean="0"/>
              <a:t>9/18/2025</a:t>
            </a:fld>
            <a:endParaRPr lang="en-US"/>
          </a:p>
        </p:txBody>
      </p:sp>
      <p:sp>
        <p:nvSpPr>
          <p:cNvPr id="3" name="Footer Placeholder 2">
            <a:extLst>
              <a:ext uri="{FF2B5EF4-FFF2-40B4-BE49-F238E27FC236}">
                <a16:creationId xmlns:a16="http://schemas.microsoft.com/office/drawing/2014/main" id="{4FBA744F-475D-4105-8E4A-02581554953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3FA64C-7966-4D6F-88D7-4B89F2A1DF2C}"/>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2111103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4ED5F-AB94-4DCF-8971-B8B2B55AF653}"/>
              </a:ext>
            </a:extLst>
          </p:cNvPr>
          <p:cNvSpPr>
            <a:spLocks noGrp="1"/>
          </p:cNvSpPr>
          <p:nvPr>
            <p:ph type="title"/>
          </p:nvPr>
        </p:nvSpPr>
        <p:spPr>
          <a:xfrm>
            <a:off x="1443740" y="1558944"/>
            <a:ext cx="3279689" cy="1864196"/>
          </a:xfrm>
        </p:spPr>
        <p:txBody>
          <a:bodyPr anchor="b"/>
          <a:lstStyle>
            <a:lvl1pPr algn="r">
              <a:defRPr sz="2800">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141EE4CB-68CF-4BF3-A891-8277AFD13D88}"/>
              </a:ext>
            </a:extLst>
          </p:cNvPr>
          <p:cNvSpPr>
            <a:spLocks noGrp="1"/>
          </p:cNvSpPr>
          <p:nvPr>
            <p:ph idx="1"/>
          </p:nvPr>
        </p:nvSpPr>
        <p:spPr>
          <a:xfrm>
            <a:off x="5334000" y="762000"/>
            <a:ext cx="5333999" cy="5334000"/>
          </a:xfrm>
        </p:spPr>
        <p:txBody>
          <a:bodyPr anchor="ctr">
            <a:normAutofit/>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95292E72-B66D-40EE-B182-5585382A6DC9}"/>
              </a:ext>
            </a:extLst>
          </p:cNvPr>
          <p:cNvSpPr>
            <a:spLocks noGrp="1"/>
          </p:cNvSpPr>
          <p:nvPr>
            <p:ph type="body" sz="half" idx="2"/>
          </p:nvPr>
        </p:nvSpPr>
        <p:spPr>
          <a:xfrm>
            <a:off x="1443741" y="3649682"/>
            <a:ext cx="3233096" cy="1933605"/>
          </a:xfrm>
        </p:spPr>
        <p:txBody>
          <a:bodyPr/>
          <a:lstStyle>
            <a:lvl1pPr marL="0" indent="0" algn="r">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ED73B694-B050-45F3-AE6F-A86A129F1C64}"/>
              </a:ext>
            </a:extLst>
          </p:cNvPr>
          <p:cNvSpPr>
            <a:spLocks noGrp="1"/>
          </p:cNvSpPr>
          <p:nvPr>
            <p:ph type="dt" sz="half" idx="10"/>
          </p:nvPr>
        </p:nvSpPr>
        <p:spPr/>
        <p:txBody>
          <a:bodyPr/>
          <a:lstStyle/>
          <a:p>
            <a:fld id="{3C2B07E4-CDF9-4C88-A2F3-04620E58224D}" type="datetimeFigureOut">
              <a:rPr lang="en-US" smtClean="0"/>
              <a:t>9/18/2025</a:t>
            </a:fld>
            <a:endParaRPr lang="en-US"/>
          </a:p>
        </p:txBody>
      </p:sp>
      <p:sp>
        <p:nvSpPr>
          <p:cNvPr id="6" name="Footer Placeholder 5">
            <a:extLst>
              <a:ext uri="{FF2B5EF4-FFF2-40B4-BE49-F238E27FC236}">
                <a16:creationId xmlns:a16="http://schemas.microsoft.com/office/drawing/2014/main" id="{7E8AE423-9CA5-46B3-96B1-7586AD0208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4B973D-F1F7-47BC-996D-6100B7C89520}"/>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850252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E9949-4A1F-4DA9-9B75-A6180F954B8D}"/>
              </a:ext>
            </a:extLst>
          </p:cNvPr>
          <p:cNvSpPr>
            <a:spLocks noGrp="1"/>
          </p:cNvSpPr>
          <p:nvPr>
            <p:ph type="title"/>
          </p:nvPr>
        </p:nvSpPr>
        <p:spPr>
          <a:xfrm>
            <a:off x="1433543" y="1383126"/>
            <a:ext cx="3289886" cy="2045874"/>
          </a:xfrm>
        </p:spPr>
        <p:txBody>
          <a:bodyPr anchor="b"/>
          <a:lstStyle>
            <a:lvl1pPr algn="r">
              <a:defRPr sz="2800">
                <a:solidFill>
                  <a:schemeClr val="tx1"/>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79A8D794-C670-4569-93D9-0FF8B35AA7AE}"/>
              </a:ext>
            </a:extLst>
          </p:cNvPr>
          <p:cNvSpPr>
            <a:spLocks noGrp="1"/>
          </p:cNvSpPr>
          <p:nvPr>
            <p:ph type="pic" idx="1"/>
          </p:nvPr>
        </p:nvSpPr>
        <p:spPr>
          <a:xfrm>
            <a:off x="5334001" y="762000"/>
            <a:ext cx="5333999" cy="5334000"/>
          </a:xfrm>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92486F6-AE67-4B34-B8E2-0B7576DC2E3A}"/>
              </a:ext>
            </a:extLst>
          </p:cNvPr>
          <p:cNvSpPr>
            <a:spLocks noGrp="1"/>
          </p:cNvSpPr>
          <p:nvPr>
            <p:ph type="body" sz="half" idx="2"/>
          </p:nvPr>
        </p:nvSpPr>
        <p:spPr>
          <a:xfrm>
            <a:off x="1433544" y="3649682"/>
            <a:ext cx="3243292" cy="1684317"/>
          </a:xfrm>
        </p:spPr>
        <p:txBody>
          <a:bodyPr/>
          <a:lstStyle>
            <a:lvl1pPr marL="0" indent="0" algn="r">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198B11C-BB63-49A6-B488-29D4FBF8E107}"/>
              </a:ext>
            </a:extLst>
          </p:cNvPr>
          <p:cNvSpPr>
            <a:spLocks noGrp="1"/>
          </p:cNvSpPr>
          <p:nvPr>
            <p:ph type="dt" sz="half" idx="10"/>
          </p:nvPr>
        </p:nvSpPr>
        <p:spPr/>
        <p:txBody>
          <a:bodyPr/>
          <a:lstStyle/>
          <a:p>
            <a:fld id="{3C2B07E4-CDF9-4C88-A2F3-04620E58224D}" type="datetimeFigureOut">
              <a:rPr lang="en-US" smtClean="0"/>
              <a:t>9/18/2025</a:t>
            </a:fld>
            <a:endParaRPr lang="en-US"/>
          </a:p>
        </p:txBody>
      </p:sp>
      <p:sp>
        <p:nvSpPr>
          <p:cNvPr id="6" name="Footer Placeholder 5">
            <a:extLst>
              <a:ext uri="{FF2B5EF4-FFF2-40B4-BE49-F238E27FC236}">
                <a16:creationId xmlns:a16="http://schemas.microsoft.com/office/drawing/2014/main" id="{324B9166-6D36-4F0A-9ADD-33D49A0C3A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B22B8F-7760-41B3-9053-DD90255B9EEE}"/>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1107885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8A5DE-E5C6-4DB9-AD28-8F1EAC6F5513}"/>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4363E08E-9B2D-4740-9AC6-D5E1CFB95FC6}"/>
              </a:ext>
            </a:extLst>
          </p:cNvPr>
          <p:cNvSpPr>
            <a:spLocks noGrp="1"/>
          </p:cNvSpPr>
          <p:nvPr>
            <p:ph type="body" orient="vert" idx="1"/>
          </p:nvPr>
        </p:nvSpPr>
        <p:spPr>
          <a:xfrm>
            <a:off x="1429566" y="2229957"/>
            <a:ext cx="9238434" cy="3866043"/>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E4E3736-E8AA-4F58-9D3A-27050B287F9D}"/>
              </a:ext>
            </a:extLst>
          </p:cNvPr>
          <p:cNvSpPr>
            <a:spLocks noGrp="1"/>
          </p:cNvSpPr>
          <p:nvPr>
            <p:ph type="dt" sz="half" idx="10"/>
          </p:nvPr>
        </p:nvSpPr>
        <p:spPr/>
        <p:txBody>
          <a:bodyPr/>
          <a:lstStyle/>
          <a:p>
            <a:fld id="{3C2B07E4-CDF9-4C88-A2F3-04620E58224D}" type="datetimeFigureOut">
              <a:rPr lang="en-US" smtClean="0"/>
              <a:t>9/18/2025</a:t>
            </a:fld>
            <a:endParaRPr lang="en-US"/>
          </a:p>
        </p:txBody>
      </p:sp>
      <p:sp>
        <p:nvSpPr>
          <p:cNvPr id="5" name="Footer Placeholder 4">
            <a:extLst>
              <a:ext uri="{FF2B5EF4-FFF2-40B4-BE49-F238E27FC236}">
                <a16:creationId xmlns:a16="http://schemas.microsoft.com/office/drawing/2014/main" id="{1DE95E84-15BC-478B-9DAB-15025867BB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E9D98F-E0A8-4254-A957-7F17811D017E}"/>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3582707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DE70F5-2276-4F91-9FC2-8DA4B528814A}"/>
              </a:ext>
            </a:extLst>
          </p:cNvPr>
          <p:cNvSpPr>
            <a:spLocks noGrp="1"/>
          </p:cNvSpPr>
          <p:nvPr>
            <p:ph type="title" orient="vert"/>
          </p:nvPr>
        </p:nvSpPr>
        <p:spPr>
          <a:xfrm>
            <a:off x="9144000" y="1467699"/>
            <a:ext cx="1758461" cy="4628301"/>
          </a:xfrm>
        </p:spPr>
        <p:txBody>
          <a:bodyPr vert="eaVert"/>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D21856C5-C2FD-45E4-A631-AC06B5495BEA}"/>
              </a:ext>
            </a:extLst>
          </p:cNvPr>
          <p:cNvSpPr>
            <a:spLocks noGrp="1"/>
          </p:cNvSpPr>
          <p:nvPr>
            <p:ph type="body" orient="vert" idx="1"/>
          </p:nvPr>
        </p:nvSpPr>
        <p:spPr>
          <a:xfrm>
            <a:off x="1182312" y="1467699"/>
            <a:ext cx="7839379" cy="4628301"/>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EE336EA-B6DD-4115-9C67-79A24C866ED4}"/>
              </a:ext>
            </a:extLst>
          </p:cNvPr>
          <p:cNvSpPr>
            <a:spLocks noGrp="1"/>
          </p:cNvSpPr>
          <p:nvPr>
            <p:ph type="dt" sz="half" idx="10"/>
          </p:nvPr>
        </p:nvSpPr>
        <p:spPr/>
        <p:txBody>
          <a:bodyPr/>
          <a:lstStyle/>
          <a:p>
            <a:fld id="{3C2B07E4-CDF9-4C88-A2F3-04620E58224D}" type="datetimeFigureOut">
              <a:rPr lang="en-US" smtClean="0"/>
              <a:t>9/18/2025</a:t>
            </a:fld>
            <a:endParaRPr lang="en-US"/>
          </a:p>
        </p:txBody>
      </p:sp>
      <p:sp>
        <p:nvSpPr>
          <p:cNvPr id="5" name="Footer Placeholder 4">
            <a:extLst>
              <a:ext uri="{FF2B5EF4-FFF2-40B4-BE49-F238E27FC236}">
                <a16:creationId xmlns:a16="http://schemas.microsoft.com/office/drawing/2014/main" id="{C2EA668B-1DAB-449C-9BA4-7B1572A22B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C6567E-119D-4C98-93FF-73A332803A13}"/>
              </a:ext>
            </a:extLst>
          </p:cNvPr>
          <p:cNvSpPr>
            <a:spLocks noGrp="1"/>
          </p:cNvSpPr>
          <p:nvPr>
            <p:ph type="sldNum" sz="quarter" idx="12"/>
          </p:nvPr>
        </p:nvSpPr>
        <p:spPr/>
        <p:txBody>
          <a:bodyPr/>
          <a:lstStyle/>
          <a:p>
            <a:fld id="{EFE71E98-A417-4ECC-ACEB-C0490C20DB04}" type="slidenum">
              <a:rPr lang="en-US" smtClean="0"/>
              <a:t>‹#›</a:t>
            </a:fld>
            <a:endParaRPr lang="en-US"/>
          </a:p>
        </p:txBody>
      </p:sp>
    </p:spTree>
    <p:extLst>
      <p:ext uri="{BB962C8B-B14F-4D97-AF65-F5344CB8AC3E}">
        <p14:creationId xmlns:p14="http://schemas.microsoft.com/office/powerpoint/2010/main" val="984172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84152A-7FE0-4708-B7C1-DBEC8F133766}"/>
              </a:ext>
            </a:extLst>
          </p:cNvPr>
          <p:cNvSpPr>
            <a:spLocks noGrp="1"/>
          </p:cNvSpPr>
          <p:nvPr>
            <p:ph type="title"/>
          </p:nvPr>
        </p:nvSpPr>
        <p:spPr>
          <a:xfrm>
            <a:off x="1429566" y="1041621"/>
            <a:ext cx="9238434" cy="861383"/>
          </a:xfrm>
          <a:prstGeom prst="rect">
            <a:avLst/>
          </a:prstGeom>
        </p:spPr>
        <p:txBody>
          <a:bodyPr vert="horz" lIns="91440" tIns="45720" rIns="91440" bIns="45720" rtlCol="0"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B911AB53-BAF9-439D-9451-47193CF2FF8E}"/>
              </a:ext>
            </a:extLst>
          </p:cNvPr>
          <p:cNvSpPr>
            <a:spLocks noGrp="1"/>
          </p:cNvSpPr>
          <p:nvPr>
            <p:ph type="body" idx="1"/>
          </p:nvPr>
        </p:nvSpPr>
        <p:spPr>
          <a:xfrm>
            <a:off x="1429566" y="2285999"/>
            <a:ext cx="9238434" cy="381000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FB96D9F-562A-496F-A530-A561994DC5EF}"/>
              </a:ext>
            </a:extLst>
          </p:cNvPr>
          <p:cNvSpPr>
            <a:spLocks noGrp="1"/>
          </p:cNvSpPr>
          <p:nvPr>
            <p:ph type="dt" sz="half" idx="2"/>
          </p:nvPr>
        </p:nvSpPr>
        <p:spPr>
          <a:xfrm rot="5400000">
            <a:off x="10471087" y="4891318"/>
            <a:ext cx="2673295"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3C2B07E4-CDF9-4C88-A2F3-04620E58224D}" type="datetimeFigureOut">
              <a:rPr lang="en-US" smtClean="0"/>
              <a:pPr/>
              <a:t>9/18/2025</a:t>
            </a:fld>
            <a:endParaRPr lang="en-US" dirty="0"/>
          </a:p>
        </p:txBody>
      </p:sp>
      <p:sp>
        <p:nvSpPr>
          <p:cNvPr id="5" name="Footer Placeholder 4">
            <a:extLst>
              <a:ext uri="{FF2B5EF4-FFF2-40B4-BE49-F238E27FC236}">
                <a16:creationId xmlns:a16="http://schemas.microsoft.com/office/drawing/2014/main" id="{CC3060FE-AAC3-4FAE-9EB4-BCAE72D95670}"/>
              </a:ext>
            </a:extLst>
          </p:cNvPr>
          <p:cNvSpPr>
            <a:spLocks noGrp="1"/>
          </p:cNvSpPr>
          <p:nvPr>
            <p:ph type="ftr" sz="quarter" idx="3"/>
          </p:nvPr>
        </p:nvSpPr>
        <p:spPr>
          <a:xfrm rot="5400000">
            <a:off x="10473021" y="1609893"/>
            <a:ext cx="2669427" cy="365125"/>
          </a:xfrm>
          <a:prstGeom prst="rect">
            <a:avLst/>
          </a:prstGeom>
        </p:spPr>
        <p:txBody>
          <a:bodyPr vert="horz" lIns="91440" tIns="45720" rIns="91440" bIns="45720" rtlCol="0" anchor="ctr"/>
          <a:lstStyle>
            <a:lvl1pPr algn="r">
              <a:defRPr sz="7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4777EDB2-8F31-42FA-B253-62D241466385}"/>
              </a:ext>
            </a:extLst>
          </p:cNvPr>
          <p:cNvSpPr>
            <a:spLocks noGrp="1"/>
          </p:cNvSpPr>
          <p:nvPr>
            <p:ph type="sldNum" sz="quarter" idx="4"/>
          </p:nvPr>
        </p:nvSpPr>
        <p:spPr>
          <a:xfrm>
            <a:off x="11492908" y="3219853"/>
            <a:ext cx="629653" cy="429830"/>
          </a:xfrm>
          <a:prstGeom prst="rect">
            <a:avLst/>
          </a:prstGeom>
        </p:spPr>
        <p:txBody>
          <a:bodyPr vert="horz" lIns="91440" tIns="45720" rIns="91440" bIns="45720" rtlCol="0" anchor="ctr"/>
          <a:lstStyle>
            <a:lvl1pPr algn="ctr">
              <a:defRPr sz="1600" b="1">
                <a:solidFill>
                  <a:schemeClr val="tx1">
                    <a:tint val="75000"/>
                  </a:schemeClr>
                </a:solidFill>
                <a:latin typeface="+mj-lt"/>
              </a:defRPr>
            </a:lvl1pPr>
          </a:lstStyle>
          <a:p>
            <a:fld id="{EFE71E98-A417-4ECC-ACEB-C0490C20DB04}" type="slidenum">
              <a:rPr lang="en-US" smtClean="0"/>
              <a:pPr/>
              <a:t>‹#›</a:t>
            </a:fld>
            <a:endParaRPr lang="en-US"/>
          </a:p>
        </p:txBody>
      </p:sp>
    </p:spTree>
    <p:extLst>
      <p:ext uri="{BB962C8B-B14F-4D97-AF65-F5344CB8AC3E}">
        <p14:creationId xmlns:p14="http://schemas.microsoft.com/office/powerpoint/2010/main" val="3737258135"/>
      </p:ext>
    </p:extLst>
  </p:cSld>
  <p:clrMap bg1="dk1" tx1="lt1" bg2="dk2" tx2="lt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0" r:id="rId6"/>
    <p:sldLayoutId id="2147483726" r:id="rId7"/>
    <p:sldLayoutId id="2147483727" r:id="rId8"/>
    <p:sldLayoutId id="2147483728" r:id="rId9"/>
    <p:sldLayoutId id="2147483729" r:id="rId10"/>
    <p:sldLayoutId id="2147483731" r:id="rId11"/>
  </p:sldLayoutIdLst>
  <p:txStyles>
    <p:title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p:titleStyle>
    <p:bodyStyle>
      <a:lvl1pPr marL="274320" indent="-274320" algn="l" defTabSz="914400" rtl="0" eaLnBrk="1" latinLnBrk="0" hangingPunct="1">
        <a:lnSpc>
          <a:spcPct val="130000"/>
        </a:lnSpc>
        <a:spcBef>
          <a:spcPts val="1000"/>
        </a:spcBef>
        <a:buSzPct val="85000"/>
        <a:buFont typeface="Arial" panose="020B0604020202020204" pitchFamily="34" charset="0"/>
        <a:buChar char="•"/>
        <a:defRPr sz="1800" kern="1200">
          <a:solidFill>
            <a:schemeClr val="tx1"/>
          </a:solidFill>
          <a:latin typeface="+mn-lt"/>
          <a:ea typeface="+mn-ea"/>
          <a:cs typeface="+mn-cs"/>
        </a:defRPr>
      </a:lvl1pPr>
      <a:lvl2pPr marL="274320" indent="0" algn="l" defTabSz="914400" rtl="0" eaLnBrk="1" latinLnBrk="0" hangingPunct="1">
        <a:lnSpc>
          <a:spcPct val="130000"/>
        </a:lnSpc>
        <a:spcBef>
          <a:spcPts val="500"/>
        </a:spcBef>
        <a:buSzPct val="85000"/>
        <a:buFontTx/>
        <a:buNone/>
        <a:defRPr sz="1600" b="1" kern="1200">
          <a:solidFill>
            <a:schemeClr val="tx1"/>
          </a:solidFill>
          <a:latin typeface="+mn-lt"/>
          <a:ea typeface="+mn-ea"/>
          <a:cs typeface="+mn-cs"/>
        </a:defRPr>
      </a:lvl2pPr>
      <a:lvl3pPr marL="457200" indent="-182880" algn="l" defTabSz="914400" rtl="0" eaLnBrk="1" latinLnBrk="0" hangingPunct="1">
        <a:lnSpc>
          <a:spcPct val="130000"/>
        </a:lnSpc>
        <a:spcBef>
          <a:spcPts val="500"/>
        </a:spcBef>
        <a:buSzPct val="85000"/>
        <a:buFont typeface="Arial" panose="020B0604020202020204" pitchFamily="34" charset="0"/>
        <a:buChar char="•"/>
        <a:defRPr sz="1400" kern="1200">
          <a:solidFill>
            <a:schemeClr val="tx1"/>
          </a:solidFill>
          <a:latin typeface="+mn-lt"/>
          <a:ea typeface="+mn-ea"/>
          <a:cs typeface="+mn-cs"/>
        </a:defRPr>
      </a:lvl3pPr>
      <a:lvl4pPr marL="466344" indent="0" algn="l" defTabSz="914400" rtl="0" eaLnBrk="1" latinLnBrk="0" hangingPunct="1">
        <a:lnSpc>
          <a:spcPct val="130000"/>
        </a:lnSpc>
        <a:spcBef>
          <a:spcPts val="500"/>
        </a:spcBef>
        <a:buSzPct val="85000"/>
        <a:buFontTx/>
        <a:buNone/>
        <a:defRPr sz="1200" b="1" kern="1200">
          <a:solidFill>
            <a:schemeClr val="tx1"/>
          </a:solidFill>
          <a:latin typeface="+mn-lt"/>
          <a:ea typeface="+mn-ea"/>
          <a:cs typeface="+mn-cs"/>
        </a:defRPr>
      </a:lvl4pPr>
      <a:lvl5pPr marL="640080" indent="-182880" algn="l" defTabSz="914400" rtl="0" eaLnBrk="1" latinLnBrk="0" hangingPunct="1">
        <a:lnSpc>
          <a:spcPct val="130000"/>
        </a:lnSpc>
        <a:spcBef>
          <a:spcPts val="500"/>
        </a:spcBef>
        <a:buSzPct val="85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igitalcommons.unf.edu/etd/771/?utm_source=chatgpt.com" TargetMode="External"/><Relationship Id="rId2" Type="http://schemas.openxmlformats.org/officeDocument/2006/relationships/hyperlink" Target="https://journalofcloudcomputing.springeropen.com/articles/10.1186/s13677-022-00301-w"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C2EBDC-B673-EA69-856B-EE735DB151A5}"/>
              </a:ext>
            </a:extLst>
          </p:cNvPr>
          <p:cNvSpPr>
            <a:spLocks noGrp="1"/>
          </p:cNvSpPr>
          <p:nvPr>
            <p:ph idx="1"/>
          </p:nvPr>
        </p:nvSpPr>
        <p:spPr>
          <a:xfrm>
            <a:off x="3599934" y="2660820"/>
            <a:ext cx="4481385" cy="1114168"/>
          </a:xfrm>
        </p:spPr>
        <p:txBody>
          <a:bodyPr>
            <a:normAutofit lnSpcReduction="10000"/>
          </a:bodyPr>
          <a:lstStyle/>
          <a:p>
            <a:pPr marL="0" indent="0">
              <a:buNone/>
            </a:pPr>
            <a:r>
              <a:rPr lang="en-IE" sz="2400" dirty="0">
                <a:latin typeface="Arial"/>
                <a:cs typeface="Arial"/>
              </a:rPr>
              <a:t>Full name: Jorge Alberto Robla</a:t>
            </a:r>
          </a:p>
          <a:p>
            <a:pPr marL="0" indent="0">
              <a:buNone/>
            </a:pPr>
            <a:r>
              <a:rPr lang="en-IE" sz="2400" dirty="0">
                <a:latin typeface="Arial"/>
                <a:cs typeface="Arial"/>
              </a:rPr>
              <a:t>Student number: 2019070</a:t>
            </a:r>
          </a:p>
        </p:txBody>
      </p:sp>
    </p:spTree>
    <p:extLst>
      <p:ext uri="{BB962C8B-B14F-4D97-AF65-F5344CB8AC3E}">
        <p14:creationId xmlns:p14="http://schemas.microsoft.com/office/powerpoint/2010/main" val="22257266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9" name="Rectangle 78">
            <a:extLst>
              <a:ext uri="{FF2B5EF4-FFF2-40B4-BE49-F238E27FC236}">
                <a16:creationId xmlns:a16="http://schemas.microsoft.com/office/drawing/2014/main" id="{269544AB-4770-4210-ABAD-B88756DB13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AF448D61-FD92-4997-B065-2043341242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1" name="Rectangle 80">
            <a:extLst>
              <a:ext uri="{FF2B5EF4-FFF2-40B4-BE49-F238E27FC236}">
                <a16:creationId xmlns:a16="http://schemas.microsoft.com/office/drawing/2014/main" id="{2555A4C0-F746-4932-ABD3-024F4B231E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2000" y="762000"/>
            <a:ext cx="10668000" cy="533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2286000" y="1746913"/>
            <a:ext cx="7619999" cy="1883392"/>
          </a:xfrm>
        </p:spPr>
        <p:txBody>
          <a:bodyPr>
            <a:normAutofit/>
          </a:bodyPr>
          <a:lstStyle/>
          <a:p>
            <a:pPr algn="ctr"/>
            <a:br>
              <a:rPr lang="en-US" dirty="0">
                <a:ea typeface="+mj-lt"/>
                <a:cs typeface="+mj-lt"/>
              </a:rPr>
            </a:br>
            <a:endParaRPr lang="en-US" dirty="0">
              <a:ea typeface="+mj-lt"/>
              <a:cs typeface="+mj-lt"/>
            </a:endParaRPr>
          </a:p>
        </p:txBody>
      </p:sp>
      <p:sp>
        <p:nvSpPr>
          <p:cNvPr id="3" name="Subtitle 2"/>
          <p:cNvSpPr>
            <a:spLocks noGrp="1"/>
          </p:cNvSpPr>
          <p:nvPr>
            <p:ph type="subTitle" idx="1"/>
          </p:nvPr>
        </p:nvSpPr>
        <p:spPr>
          <a:xfrm>
            <a:off x="2286000" y="1750868"/>
            <a:ext cx="7853679" cy="1967692"/>
          </a:xfrm>
        </p:spPr>
        <p:txBody>
          <a:bodyPr vert="horz" lIns="91440" tIns="45720" rIns="91440" bIns="45720" rtlCol="0" anchor="t">
            <a:noAutofit/>
          </a:bodyPr>
          <a:lstStyle/>
          <a:p>
            <a:pPr algn="ctr"/>
            <a:r>
              <a:rPr lang="en-US" sz="2400" dirty="0">
                <a:latin typeface="Arial"/>
                <a:cs typeface="Arial"/>
              </a:rPr>
              <a:t>Local vs Cloud Benchmarking of Data Analytics Stacks: Hadoop/Spark/</a:t>
            </a:r>
            <a:r>
              <a:rPr lang="en-US" sz="2400" dirty="0" err="1">
                <a:latin typeface="Arial"/>
                <a:cs typeface="Arial"/>
              </a:rPr>
              <a:t>MLlib</a:t>
            </a:r>
            <a:r>
              <a:rPr lang="en-US" sz="2400" dirty="0">
                <a:latin typeface="Arial"/>
                <a:cs typeface="Arial"/>
              </a:rPr>
              <a:t> vs Pandas/SQL/scikit-learn across File Formats and Configurations</a:t>
            </a:r>
          </a:p>
        </p:txBody>
      </p:sp>
      <p:cxnSp>
        <p:nvCxnSpPr>
          <p:cNvPr id="82" name="Straight Connector 81">
            <a:extLst>
              <a:ext uri="{FF2B5EF4-FFF2-40B4-BE49-F238E27FC236}">
                <a16:creationId xmlns:a16="http://schemas.microsoft.com/office/drawing/2014/main" id="{E651A8F8-7445-4C49-926D-816D687651D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AD683C-CDAD-71C4-B9FF-10B6D3B6842A}"/>
              </a:ext>
            </a:extLst>
          </p:cNvPr>
          <p:cNvSpPr>
            <a:spLocks noGrp="1"/>
          </p:cNvSpPr>
          <p:nvPr>
            <p:ph idx="1"/>
          </p:nvPr>
        </p:nvSpPr>
        <p:spPr>
          <a:xfrm>
            <a:off x="657406" y="1828800"/>
            <a:ext cx="9238434" cy="3810000"/>
          </a:xfrm>
        </p:spPr>
        <p:txBody>
          <a:bodyPr vert="horz" lIns="91440" tIns="45720" rIns="91440" bIns="45720" rtlCol="0" anchor="t">
            <a:noAutofit/>
          </a:bodyPr>
          <a:lstStyle/>
          <a:p>
            <a:r>
              <a:rPr lang="en-US" sz="1600" dirty="0">
                <a:latin typeface="Arial" panose="020B0604020202020204" pitchFamily="34" charset="0"/>
                <a:cs typeface="Arial" panose="020B0604020202020204" pitchFamily="34" charset="0"/>
              </a:rPr>
              <a:t>With the rapid growth of data in domains such as transportation, finance, and sports, it is often unclear which data analytics stack should be used for processing and analysis tasks. While small to medium datasets are typically manageable with traditional libraries such as Pandas, SQL and scikit-learn, these modules become less effective as data volumes increase.   There is another alternative such as distributed frameworks – Hadoop, Spark and Spark </a:t>
            </a:r>
            <a:r>
              <a:rPr lang="en-US" sz="1600" dirty="0" err="1">
                <a:latin typeface="Arial" panose="020B0604020202020204" pitchFamily="34" charset="0"/>
                <a:cs typeface="Arial" panose="020B0604020202020204" pitchFamily="34" charset="0"/>
              </a:rPr>
              <a:t>MLlib</a:t>
            </a:r>
            <a:r>
              <a:rPr lang="en-US" sz="1600" dirty="0">
                <a:latin typeface="Arial" panose="020B0604020202020204" pitchFamily="34" charset="0"/>
                <a:cs typeface="Arial" panose="020B0604020202020204" pitchFamily="34" charset="0"/>
              </a:rPr>
              <a:t> – which offer scalable solutions, but they introduce additional complexity and cost – especially in cloud environments. This raises a research question: when</a:t>
            </a:r>
            <a:r>
              <a:rPr lang="en-US" sz="1600" i="1" dirty="0">
                <a:latin typeface="Arial" panose="020B0604020202020204" pitchFamily="34" charset="0"/>
                <a:cs typeface="Arial" panose="020B0604020202020204" pitchFamily="34" charset="0"/>
              </a:rPr>
              <a:t> are traditional tools sufficient, and when is it necessary to adopt distributed big-data frameworks?</a:t>
            </a:r>
            <a:endParaRPr lang="en-IE"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I chose this topic because it combines academic relevance with real-world impact. I found limited work addressing this comparison in a comprehensive way. Therefore, this thesis aims to fill that gap by providing evidence-based guidance to professionals on when to use different data analytics stacks, with benchmarks across performance, scalability, and cost-efficiency in both local and cloud deployments.</a:t>
            </a:r>
            <a:endParaRPr lang="en-IE" sz="16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74C74DDF-5FCE-7822-1A18-C8E8D2B7BF36}"/>
              </a:ext>
            </a:extLst>
          </p:cNvPr>
          <p:cNvSpPr txBox="1"/>
          <p:nvPr/>
        </p:nvSpPr>
        <p:spPr>
          <a:xfrm>
            <a:off x="546099" y="838199"/>
            <a:ext cx="424688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u="sng" dirty="0">
                <a:latin typeface="Arial"/>
                <a:cs typeface="Arial"/>
              </a:rPr>
              <a:t>Topic of the Area</a:t>
            </a:r>
          </a:p>
        </p:txBody>
      </p:sp>
    </p:spTree>
    <p:extLst>
      <p:ext uri="{BB962C8B-B14F-4D97-AF65-F5344CB8AC3E}">
        <p14:creationId xmlns:p14="http://schemas.microsoft.com/office/powerpoint/2010/main" val="543052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B1921F-ACE5-A746-58FC-ED915CA3BB39}"/>
              </a:ext>
            </a:extLst>
          </p:cNvPr>
          <p:cNvSpPr>
            <a:spLocks noGrp="1"/>
          </p:cNvSpPr>
          <p:nvPr>
            <p:ph idx="1"/>
          </p:nvPr>
        </p:nvSpPr>
        <p:spPr>
          <a:xfrm>
            <a:off x="906799" y="1718930"/>
            <a:ext cx="10585224" cy="3810000"/>
          </a:xfrm>
        </p:spPr>
        <p:txBody>
          <a:bodyPr vert="horz" lIns="91440" tIns="45720" rIns="91440" bIns="45720" rtlCol="0" anchor="t">
            <a:normAutofit/>
          </a:bodyPr>
          <a:lstStyle/>
          <a:p>
            <a:r>
              <a:rPr lang="en-US" sz="1600" dirty="0">
                <a:latin typeface="Arial"/>
                <a:cs typeface="Arial"/>
              </a:rPr>
              <a:t>To evaluate the performance, scalability, and cost-efficiency of traditional analytics tools (Pandas/SQL/scikit-learn) versus distributed big-data frameworks (Hadoop/Spark/</a:t>
            </a:r>
            <a:r>
              <a:rPr lang="en-US" sz="1600" dirty="0" err="1">
                <a:latin typeface="Arial"/>
                <a:cs typeface="Arial"/>
              </a:rPr>
              <a:t>MLlib</a:t>
            </a:r>
            <a:r>
              <a:rPr lang="en-US" sz="1600" dirty="0">
                <a:latin typeface="Arial"/>
                <a:cs typeface="Arial"/>
              </a:rPr>
              <a:t>) across data sizes, file formats, configurations and deployment environments (local and cloud)</a:t>
            </a:r>
          </a:p>
          <a:p>
            <a:r>
              <a:rPr lang="en-GB" sz="1600" dirty="0">
                <a:latin typeface="Arial"/>
                <a:cs typeface="Arial"/>
              </a:rPr>
              <a:t>To compare traditional and distributed data analytics stacks and analyse their respective advantages and disadvantages in both local and cloud environments.</a:t>
            </a:r>
            <a:endParaRPr lang="en-US" sz="1600" dirty="0">
              <a:latin typeface="Arial"/>
              <a:cs typeface="Arial"/>
            </a:endParaRPr>
          </a:p>
          <a:p>
            <a:r>
              <a:rPr lang="en-US" sz="1600" dirty="0">
                <a:latin typeface="Arial"/>
                <a:cs typeface="Arial"/>
              </a:rPr>
              <a:t>To develop a practical decision framework for professionals to guide when each stack should be used</a:t>
            </a:r>
          </a:p>
        </p:txBody>
      </p:sp>
      <p:sp>
        <p:nvSpPr>
          <p:cNvPr id="5" name="TextBox 4">
            <a:extLst>
              <a:ext uri="{FF2B5EF4-FFF2-40B4-BE49-F238E27FC236}">
                <a16:creationId xmlns:a16="http://schemas.microsoft.com/office/drawing/2014/main" id="{507F1B84-BD0A-9A52-BC2C-DFA9C7A590DD}"/>
              </a:ext>
            </a:extLst>
          </p:cNvPr>
          <p:cNvSpPr txBox="1"/>
          <p:nvPr/>
        </p:nvSpPr>
        <p:spPr>
          <a:xfrm>
            <a:off x="785332" y="917943"/>
            <a:ext cx="424688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u="sng" dirty="0">
                <a:latin typeface="Arial"/>
                <a:cs typeface="Arial"/>
              </a:rPr>
              <a:t>Research Objectives</a:t>
            </a:r>
          </a:p>
        </p:txBody>
      </p:sp>
    </p:spTree>
    <p:extLst>
      <p:ext uri="{BB962C8B-B14F-4D97-AF65-F5344CB8AC3E}">
        <p14:creationId xmlns:p14="http://schemas.microsoft.com/office/powerpoint/2010/main" val="485189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80F969-D0E0-0F9B-4418-096BDA44A06E}"/>
              </a:ext>
            </a:extLst>
          </p:cNvPr>
          <p:cNvSpPr>
            <a:spLocks noGrp="1"/>
          </p:cNvSpPr>
          <p:nvPr>
            <p:ph idx="1"/>
          </p:nvPr>
        </p:nvSpPr>
        <p:spPr>
          <a:xfrm>
            <a:off x="1307646" y="1361440"/>
            <a:ext cx="9238434" cy="3810000"/>
          </a:xfrm>
        </p:spPr>
        <p:txBody>
          <a:bodyPr vert="horz" lIns="91440" tIns="45720" rIns="91440" bIns="45720" rtlCol="0" anchor="t">
            <a:normAutofit/>
          </a:bodyPr>
          <a:lstStyle/>
          <a:p>
            <a:r>
              <a:rPr lang="en-US" sz="1600" u="sng" dirty="0">
                <a:latin typeface="Arial" panose="020B0604020202020204" pitchFamily="34" charset="0"/>
                <a:cs typeface="Arial" panose="020B0604020202020204" pitchFamily="34" charset="0"/>
              </a:rPr>
              <a:t>Problem Area:</a:t>
            </a:r>
            <a:r>
              <a:rPr lang="en-US" sz="1600" dirty="0">
                <a:latin typeface="Arial" panose="020B0604020202020204" pitchFamily="34" charset="0"/>
                <a:cs typeface="Arial" panose="020B0604020202020204" pitchFamily="34" charset="0"/>
              </a:rPr>
              <a:t>  Determining the right analytics stack as data volume grows. In other words, when to use traditional single-machine tools (Pandas/SQL/scikit-learn) versus distributed big-data platforms (Hadoop/Spark/</a:t>
            </a:r>
            <a:r>
              <a:rPr lang="en-US" sz="1600" dirty="0" err="1">
                <a:latin typeface="Arial" panose="020B0604020202020204" pitchFamily="34" charset="0"/>
                <a:cs typeface="Arial" panose="020B0604020202020204" pitchFamily="34" charset="0"/>
              </a:rPr>
              <a:t>MLlib</a:t>
            </a:r>
            <a:r>
              <a:rPr lang="en-US" sz="1600" dirty="0">
                <a:latin typeface="Arial" panose="020B0604020202020204" pitchFamily="34" charset="0"/>
                <a:cs typeface="Arial" panose="020B0604020202020204" pitchFamily="34" charset="0"/>
              </a:rPr>
              <a:t>) by empirically evaluating performance, scalability, and cos-efficiency across local and cloud environments, file formats (CSV, Parquet, ORC) and tool configurations using real-world datasets, e.g. transportation (</a:t>
            </a:r>
            <a:r>
              <a:rPr lang="en-GB" sz="1600" dirty="0">
                <a:latin typeface="Arial" panose="020B0604020202020204" pitchFamily="34" charset="0"/>
                <a:cs typeface="Arial" panose="020B0604020202020204" pitchFamily="34" charset="0"/>
              </a:rPr>
              <a:t>NYC Taxi Trip Records</a:t>
            </a:r>
            <a:r>
              <a:rPr lang="en-US" sz="1600" dirty="0">
                <a:latin typeface="Arial" panose="020B0604020202020204" pitchFamily="34" charset="0"/>
                <a:cs typeface="Arial" panose="020B0604020202020204" pitchFamily="34" charset="0"/>
              </a:rPr>
              <a:t>).</a:t>
            </a:r>
          </a:p>
          <a:p>
            <a:r>
              <a:rPr lang="en-US" sz="1600" u="sng" dirty="0">
                <a:latin typeface="Arial"/>
                <a:cs typeface="Arial"/>
              </a:rPr>
              <a:t>Domain Area:</a:t>
            </a:r>
            <a:r>
              <a:rPr lang="en-US" sz="1600" dirty="0">
                <a:latin typeface="Arial"/>
                <a:cs typeface="Arial"/>
              </a:rPr>
              <a:t> Data analytics and big-data systems, with a focus on performance, scalability, and cost-efficiency considerations between traditional libraries and distributed frameworks in both local and cloud environments.</a:t>
            </a:r>
          </a:p>
        </p:txBody>
      </p:sp>
    </p:spTree>
    <p:extLst>
      <p:ext uri="{BB962C8B-B14F-4D97-AF65-F5344CB8AC3E}">
        <p14:creationId xmlns:p14="http://schemas.microsoft.com/office/powerpoint/2010/main" val="3804756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04C2A9-BCB3-5B30-6193-08C3D73437AC}"/>
              </a:ext>
            </a:extLst>
          </p:cNvPr>
          <p:cNvSpPr>
            <a:spLocks noGrp="1"/>
          </p:cNvSpPr>
          <p:nvPr>
            <p:ph idx="1"/>
          </p:nvPr>
        </p:nvSpPr>
        <p:spPr>
          <a:xfrm>
            <a:off x="545646" y="1524000"/>
            <a:ext cx="9238434" cy="3810000"/>
          </a:xfrm>
        </p:spPr>
        <p:txBody>
          <a:bodyPr vert="horz" lIns="91440" tIns="45720" rIns="91440" bIns="45720" rtlCol="0" anchor="t">
            <a:normAutofit/>
          </a:bodyPr>
          <a:lstStyle/>
          <a:p>
            <a:r>
              <a:rPr lang="en-US" sz="1600" dirty="0">
                <a:latin typeface="Arial"/>
                <a:ea typeface="Calibri"/>
                <a:cs typeface="Calibri"/>
              </a:rPr>
              <a:t>Ma, C., Zhao, M. and Zhao, Y. (2023). An overview of </a:t>
            </a:r>
            <a:r>
              <a:rPr lang="en-US" sz="1600" err="1">
                <a:latin typeface="Arial"/>
                <a:ea typeface="Calibri"/>
                <a:cs typeface="Calibri"/>
              </a:rPr>
              <a:t>hadoop</a:t>
            </a:r>
            <a:r>
              <a:rPr lang="en-US" sz="1600" dirty="0">
                <a:latin typeface="Arial"/>
                <a:ea typeface="Calibri"/>
                <a:cs typeface="Calibri"/>
              </a:rPr>
              <a:t> applications in transportation big data. </a:t>
            </a:r>
            <a:r>
              <a:rPr lang="en-US" sz="1600" i="1" dirty="0">
                <a:latin typeface="Arial"/>
                <a:ea typeface="Calibri"/>
                <a:cs typeface="Calibri"/>
              </a:rPr>
              <a:t>Journal of Traffic and Transportation Engineering (English Edition)</a:t>
            </a:r>
            <a:r>
              <a:rPr lang="en-US" sz="1600" dirty="0">
                <a:latin typeface="Arial"/>
                <a:ea typeface="Calibri"/>
                <a:cs typeface="Calibri"/>
              </a:rPr>
              <a:t>, 10(5). </a:t>
            </a:r>
            <a:r>
              <a:rPr lang="en-US" sz="1600" err="1">
                <a:latin typeface="Arial"/>
                <a:ea typeface="Calibri"/>
                <a:cs typeface="Calibri"/>
              </a:rPr>
              <a:t>doi:https</a:t>
            </a:r>
            <a:r>
              <a:rPr lang="en-US" sz="1600" dirty="0">
                <a:latin typeface="Arial"/>
                <a:ea typeface="Calibri"/>
                <a:cs typeface="Calibri"/>
              </a:rPr>
              <a:t>://doi.org/10.1016/j.jtte.2023.05.003.</a:t>
            </a:r>
          </a:p>
          <a:p>
            <a:r>
              <a:rPr lang="en-US" sz="1600" dirty="0">
                <a:latin typeface="Arial"/>
                <a:ea typeface="Calibri"/>
                <a:cs typeface="Calibri"/>
              </a:rPr>
              <a:t>Berisha, B., </a:t>
            </a:r>
            <a:r>
              <a:rPr lang="en-US" sz="1600" dirty="0" err="1">
                <a:latin typeface="Arial"/>
                <a:ea typeface="Calibri"/>
                <a:cs typeface="Calibri"/>
              </a:rPr>
              <a:t>Meziu</a:t>
            </a:r>
            <a:r>
              <a:rPr lang="en-US" sz="1600" dirty="0">
                <a:latin typeface="Arial"/>
                <a:ea typeface="Calibri"/>
                <a:cs typeface="Calibri"/>
              </a:rPr>
              <a:t>, E. and Shabani, I. (2022). Big data analytics in Cloud computing: an overview. </a:t>
            </a:r>
            <a:r>
              <a:rPr lang="en-US" sz="1600" i="1" dirty="0">
                <a:latin typeface="Arial"/>
                <a:ea typeface="Calibri"/>
                <a:cs typeface="Calibri"/>
              </a:rPr>
              <a:t>Journal of Cloud Computing</a:t>
            </a:r>
            <a:r>
              <a:rPr lang="en-US" sz="1600" dirty="0">
                <a:latin typeface="Arial"/>
                <a:ea typeface="Calibri"/>
                <a:cs typeface="Calibri"/>
              </a:rPr>
              <a:t>, [online] 11(1). Available at: </a:t>
            </a:r>
            <a:r>
              <a:rPr lang="en-US" sz="1600" u="sng" dirty="0">
                <a:latin typeface="Arial"/>
                <a:ea typeface="Calibri"/>
                <a:cs typeface="Calibri"/>
                <a:hlinkClick r:id="rId2">
                  <a:extLst>
                    <a:ext uri="{A12FA001-AC4F-418D-AE19-62706E023703}">
                      <ahyp:hlinkClr xmlns:ahyp="http://schemas.microsoft.com/office/drawing/2018/hyperlinkcolor" val="tx"/>
                    </a:ext>
                  </a:extLst>
                </a:hlinkClick>
              </a:rPr>
              <a:t>https://journalofcloudcomputing.springeropen.com/articles/10.1186/s13677-022-00301-w</a:t>
            </a:r>
            <a:r>
              <a:rPr lang="en-US" sz="1600" dirty="0">
                <a:latin typeface="Arial"/>
                <a:ea typeface="Calibri"/>
                <a:cs typeface="Calibri"/>
              </a:rPr>
              <a:t>.</a:t>
            </a:r>
          </a:p>
          <a:p>
            <a:r>
              <a:rPr lang="en-US" sz="1600" dirty="0">
                <a:latin typeface="Arial"/>
                <a:ea typeface="Calibri"/>
                <a:cs typeface="Calibri"/>
              </a:rPr>
              <a:t>Karthika Muthiah, </a:t>
            </a:r>
            <a:r>
              <a:rPr lang="en-US" sz="1600" err="1">
                <a:latin typeface="Arial"/>
                <a:ea typeface="Calibri"/>
                <a:cs typeface="Calibri"/>
              </a:rPr>
              <a:t>Ms</a:t>
            </a:r>
            <a:r>
              <a:rPr lang="en-US" sz="1600" dirty="0">
                <a:latin typeface="Arial"/>
                <a:ea typeface="Calibri"/>
                <a:cs typeface="Calibri"/>
              </a:rPr>
              <a:t> (2017). </a:t>
            </a:r>
            <a:r>
              <a:rPr lang="en-US" sz="1600" i="1" dirty="0">
                <a:latin typeface="Arial"/>
                <a:ea typeface="Calibri"/>
                <a:cs typeface="Calibri"/>
              </a:rPr>
              <a:t>Performance Evaluation of Hadoop based Big Data Applications with </a:t>
            </a:r>
            <a:r>
              <a:rPr lang="en-US" sz="1600" i="1" err="1">
                <a:latin typeface="Arial"/>
                <a:ea typeface="Calibri"/>
                <a:cs typeface="Calibri"/>
              </a:rPr>
              <a:t>HiBench</a:t>
            </a:r>
            <a:r>
              <a:rPr lang="en-US" sz="1600" i="1" dirty="0">
                <a:latin typeface="Arial"/>
                <a:ea typeface="Calibri"/>
                <a:cs typeface="Calibri"/>
              </a:rPr>
              <a:t> Benchmarking tool on IaaS Cloud Platforms</a:t>
            </a:r>
            <a:r>
              <a:rPr lang="en-US" sz="1600" dirty="0">
                <a:latin typeface="Arial"/>
                <a:ea typeface="Calibri"/>
                <a:cs typeface="Calibri"/>
              </a:rPr>
              <a:t>. [online] UNF Digital Commons. Available at: </a:t>
            </a:r>
            <a:r>
              <a:rPr lang="en-US" sz="1600" u="sng" dirty="0">
                <a:latin typeface="Arial"/>
                <a:ea typeface="Calibri"/>
                <a:cs typeface="Calibri"/>
                <a:hlinkClick r:id="rId3">
                  <a:extLst>
                    <a:ext uri="{A12FA001-AC4F-418D-AE19-62706E023703}">
                      <ahyp:hlinkClr xmlns:ahyp="http://schemas.microsoft.com/office/drawing/2018/hyperlinkcolor" val="tx"/>
                    </a:ext>
                  </a:extLst>
                </a:hlinkClick>
              </a:rPr>
              <a:t>https://digitalcommons.unf.edu/etd/771/?utm_source=chatgpt.com</a:t>
            </a:r>
            <a:r>
              <a:rPr lang="en-US" sz="1600" dirty="0">
                <a:latin typeface="Arial"/>
                <a:ea typeface="Calibri"/>
                <a:cs typeface="Calibri"/>
              </a:rPr>
              <a:t> [Accessed 9 Sep. 2025].</a:t>
            </a:r>
          </a:p>
        </p:txBody>
      </p:sp>
      <p:sp>
        <p:nvSpPr>
          <p:cNvPr id="5" name="TextBox 4">
            <a:extLst>
              <a:ext uri="{FF2B5EF4-FFF2-40B4-BE49-F238E27FC236}">
                <a16:creationId xmlns:a16="http://schemas.microsoft.com/office/drawing/2014/main" id="{10E10DAE-1432-3266-6EF5-AB7DAF385167}"/>
              </a:ext>
            </a:extLst>
          </p:cNvPr>
          <p:cNvSpPr txBox="1"/>
          <p:nvPr/>
        </p:nvSpPr>
        <p:spPr>
          <a:xfrm>
            <a:off x="546099" y="838199"/>
            <a:ext cx="424688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u="sng" dirty="0">
                <a:latin typeface="Arial"/>
                <a:cs typeface="Arial"/>
              </a:rPr>
              <a:t>References</a:t>
            </a:r>
          </a:p>
        </p:txBody>
      </p:sp>
    </p:spTree>
    <p:extLst>
      <p:ext uri="{BB962C8B-B14F-4D97-AF65-F5344CB8AC3E}">
        <p14:creationId xmlns:p14="http://schemas.microsoft.com/office/powerpoint/2010/main" val="3656772973"/>
      </p:ext>
    </p:extLst>
  </p:cSld>
  <p:clrMapOvr>
    <a:masterClrMapping/>
  </p:clrMapOvr>
</p:sld>
</file>

<file path=ppt/theme/theme1.xml><?xml version="1.0" encoding="utf-8"?>
<a:theme xmlns:a="http://schemas.openxmlformats.org/drawingml/2006/main" name="PortalVTI">
  <a:themeElements>
    <a:clrScheme name="Earth">
      <a:dk1>
        <a:sysClr val="windowText" lastClr="000000"/>
      </a:dk1>
      <a:lt1>
        <a:sysClr val="window" lastClr="FFFFFF"/>
      </a:lt1>
      <a:dk2>
        <a:srgbClr val="051618"/>
      </a:dk2>
      <a:lt2>
        <a:srgbClr val="E8E8DF"/>
      </a:lt2>
      <a:accent1>
        <a:srgbClr val="2D714C"/>
      </a:accent1>
      <a:accent2>
        <a:srgbClr val="1F7985"/>
      </a:accent2>
      <a:accent3>
        <a:srgbClr val="0D6756"/>
      </a:accent3>
      <a:accent4>
        <a:srgbClr val="40945E"/>
      </a:accent4>
      <a:accent5>
        <a:srgbClr val="389896"/>
      </a:accent5>
      <a:accent6>
        <a:srgbClr val="64924A"/>
      </a:accent6>
      <a:hlink>
        <a:srgbClr val="1F855C"/>
      </a:hlink>
      <a:folHlink>
        <a:srgbClr val="227390"/>
      </a:folHlink>
    </a:clrScheme>
    <a:fontScheme name="Earth">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rtalVTI" id="{0E0D5035-C7F2-4607-91F4-D5D5F886A15A}" vid="{EAFF3D8B-AC13-4E90-80A9-182200FBC866}"/>
    </a:ext>
  </a:extLst>
</a:theme>
</file>

<file path=docProps/app.xml><?xml version="1.0" encoding="utf-8"?>
<Properties xmlns="http://schemas.openxmlformats.org/officeDocument/2006/extended-properties" xmlns:vt="http://schemas.openxmlformats.org/officeDocument/2006/docPropsVTypes">
  <Template>office theme</Template>
  <TotalTime>0</TotalTime>
  <Words>596</Words>
  <Application>Microsoft Office PowerPoint</Application>
  <PresentationFormat>Widescreen</PresentationFormat>
  <Paragraphs>17</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Trade Gothic Next Cond</vt:lpstr>
      <vt:lpstr>Trade Gothic Next Light</vt:lpstr>
      <vt:lpstr>PortalVTI</vt:lpstr>
      <vt:lpstr>PowerPoint Presentation</vt:lpstr>
      <vt:lpstr>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Jorge Robla</cp:lastModifiedBy>
  <cp:revision>143</cp:revision>
  <dcterms:created xsi:type="dcterms:W3CDTF">2025-09-09T14:33:32Z</dcterms:created>
  <dcterms:modified xsi:type="dcterms:W3CDTF">2025-09-18T14:18:16Z</dcterms:modified>
</cp:coreProperties>
</file>